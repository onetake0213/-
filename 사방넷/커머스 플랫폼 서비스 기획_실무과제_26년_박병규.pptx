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0" r:id="rId10"/>
    <p:sldId id="267" r:id="rId11"/>
    <p:sldId id="269" r:id="rId12"/>
    <p:sldId id="261" r:id="rId13"/>
    <p:sldId id="271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EEF3"/>
    <a:srgbClr val="F4FBFC"/>
    <a:srgbClr val="57A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42" autoAdjust="0"/>
  </p:normalViewPr>
  <p:slideViewPr>
    <p:cSldViewPr snapToGrid="0" snapToObjects="1">
      <p:cViewPr varScale="1">
        <p:scale>
          <a:sx n="140" d="100"/>
          <a:sy n="140" d="100"/>
        </p:scale>
        <p:origin x="7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088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E3305-59F8-AB2B-104B-9BC88A4C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A9FBB-CDA7-659D-5B6C-7770EFEB7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A37E9-72BF-6F79-9E59-F33208B35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DD2CB-7120-33E2-4DC5-A21C0919B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7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3863-2AD8-C8B8-D102-41334F58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61166-DC1C-DE39-55C4-361CF08D4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F05CA-56D4-F344-573B-D5E98CA67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F92EB-8F03-8AE5-E781-9EC39B5F2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69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8AD5-1949-06EC-F2B1-002DE1F6C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50241-5F53-D410-6D91-36EC76CD2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47E10-F3F3-60B2-F869-462D54618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B39DB-E412-4FFD-AD82-60CCDC6AB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91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07D0-70F7-EA85-F03C-E2FD67BD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95CAC-8F70-000B-7CFC-9BAF93086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93FB2-A39F-13E8-581E-8B7DEC702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A429F-07EC-B572-5A80-E6329240AB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85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28638"/>
            <a:ext cx="242888" cy="242888"/>
          </a:xfrm>
          <a:prstGeom prst="ellipse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592931"/>
            <a:ext cx="128588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0113" y="573137"/>
            <a:ext cx="67326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사방넷 미니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571500" y="1114425"/>
            <a:ext cx="1201936" cy="242888"/>
          </a:xfrm>
          <a:prstGeom prst="roundRect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610776" y="1178161"/>
            <a:ext cx="1123384" cy="115416"/>
          </a:xfrm>
          <a:prstGeom prst="rect">
            <a:avLst/>
          </a:prstGeom>
          <a:noFill/>
          <a:ln/>
        </p:spPr>
        <p:txBody>
          <a:bodyPr wrap="none" lIns="153035" tIns="0" rIns="153035" bIns="0" rtlCol="0" anchor="ctr">
            <a:spAutoFit/>
          </a:bodyPr>
          <a:lstStyle/>
          <a:p>
            <a:pPr marL="0" indent="0" algn="ctr">
              <a:buNone/>
            </a:pPr>
            <a:r>
              <a:rPr lang="ko-KR" altLang="en-US" sz="750" b="1" dirty="0">
                <a:solidFill>
                  <a:srgbClr val="0669D5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서비스</a:t>
            </a:r>
            <a:r>
              <a:rPr lang="en-US" sz="750" b="1" dirty="0">
                <a:solidFill>
                  <a:srgbClr val="0669D5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 개선 제안서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571500" y="1602143"/>
            <a:ext cx="4000500" cy="126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en-US" sz="29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상품 판매가
마진 설정
프로세스</a:t>
            </a:r>
            <a:endParaRPr lang="en-US" sz="2950" dirty="0"/>
          </a:p>
        </p:txBody>
      </p:sp>
      <p:sp>
        <p:nvSpPr>
          <p:cNvPr id="9" name="Text 5"/>
          <p:cNvSpPr/>
          <p:nvPr/>
        </p:nvSpPr>
        <p:spPr>
          <a:xfrm>
            <a:off x="571500" y="3147823"/>
            <a:ext cx="4000500" cy="449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00" dirty="0">
                <a:solidFill>
                  <a:srgbClr val="5A667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초기 셀러의 가격 설정 병목을 줄이는
쉽고 빠른 경험 설계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1500" y="3931434"/>
            <a:ext cx="628650" cy="242888"/>
          </a:xfrm>
          <a:prstGeom prst="roundRect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571500" y="3999017"/>
            <a:ext cx="633763" cy="107722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자동 계산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1271588" y="3931434"/>
            <a:ext cx="721519" cy="242888"/>
          </a:xfrm>
          <a:prstGeom prst="roundRect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1271588" y="3999017"/>
            <a:ext cx="717119" cy="107722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역마진 방지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2064544" y="3931434"/>
            <a:ext cx="842963" cy="242888"/>
          </a:xfrm>
          <a:prstGeom prst="roundRect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2064544" y="3999017"/>
            <a:ext cx="826124" cy="107722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초보 셀러 친화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257800" y="1037015"/>
            <a:ext cx="3143250" cy="3069723"/>
          </a:xfrm>
          <a:prstGeom prst="rect">
            <a:avLst/>
          </a:prstGeom>
          <a:solidFill>
            <a:srgbClr val="FFFFFF">
              <a:alpha val="92000"/>
            </a:srgbClr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312050"/>
            <a:ext cx="102887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60724" y="1306543"/>
            <a:ext cx="101951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마진 설정 미리보기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0" y="1687097"/>
            <a:ext cx="2686050" cy="442913"/>
          </a:xfrm>
          <a:prstGeom prst="rect">
            <a:avLst/>
          </a:prstGeom>
          <a:solidFill>
            <a:srgbClr val="F4FBFC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5643563" y="1850845"/>
            <a:ext cx="759823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750" b="1" dirty="0" err="1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사방넷</a:t>
            </a:r>
            <a:r>
              <a:rPr lang="ko-KR" altLang="en-US" sz="750" b="1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 상품 판매가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7431286" y="1835456"/>
            <a:ext cx="524182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10,000원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86400" y="2230022"/>
            <a:ext cx="2686050" cy="442913"/>
          </a:xfrm>
          <a:prstGeom prst="rect">
            <a:avLst/>
          </a:prstGeom>
          <a:solidFill>
            <a:srgbClr val="F4FBFC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5643563" y="2393770"/>
            <a:ext cx="46807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희망 마진율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7717036" y="2378381"/>
            <a:ext cx="267702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15%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86400" y="2772947"/>
            <a:ext cx="2686050" cy="442913"/>
          </a:xfrm>
          <a:prstGeom prst="rect">
            <a:avLst/>
          </a:prstGeom>
          <a:solidFill>
            <a:srgbClr val="F4FBFC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5643563" y="2936695"/>
            <a:ext cx="352661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수수료율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7799189" y="2921306"/>
            <a:ext cx="193964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8%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486400" y="3415665"/>
            <a:ext cx="2686050" cy="442913"/>
          </a:xfrm>
          <a:prstGeom prst="rect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5657850" y="3579081"/>
            <a:ext cx="535403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판매가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7340203" y="3559845"/>
            <a:ext cx="593111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12,500원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14363"/>
            <a:ext cx="764381" cy="228600"/>
          </a:xfrm>
          <a:prstGeom prst="roundRect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614754" y="674802"/>
            <a:ext cx="677044" cy="107722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69D5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CONTENTS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1223587"/>
            <a:ext cx="2643188" cy="353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ko-KR" altLang="en-US" sz="25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목차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3643313" y="614363"/>
            <a:ext cx="2386013" cy="800100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A9F2623-9732-A504-2389-32BD8052F866}"/>
              </a:ext>
            </a:extLst>
          </p:cNvPr>
          <p:cNvGrpSpPr/>
          <p:nvPr/>
        </p:nvGrpSpPr>
        <p:grpSpPr>
          <a:xfrm>
            <a:off x="3800475" y="864394"/>
            <a:ext cx="300038" cy="300038"/>
            <a:chOff x="3800475" y="864394"/>
            <a:chExt cx="300038" cy="300038"/>
          </a:xfrm>
        </p:grpSpPr>
        <p:sp>
          <p:nvSpPr>
            <p:cNvPr id="12" name="Shape 9"/>
            <p:cNvSpPr/>
            <p:nvPr/>
          </p:nvSpPr>
          <p:spPr>
            <a:xfrm>
              <a:off x="3800475" y="864394"/>
              <a:ext cx="300038" cy="300038"/>
            </a:xfrm>
            <a:prstGeom prst="ellipse">
              <a:avLst/>
            </a:prstGeom>
            <a:solidFill>
              <a:srgbClr val="0669D5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3891183" y="956705"/>
              <a:ext cx="118622" cy="115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01</a:t>
              </a:r>
              <a:endParaRPr lang="en-US" sz="750" dirty="0"/>
            </a:p>
          </p:txBody>
        </p:sp>
      </p:grpSp>
      <p:sp>
        <p:nvSpPr>
          <p:cNvPr id="14" name="Text 11"/>
          <p:cNvSpPr/>
          <p:nvPr/>
        </p:nvSpPr>
        <p:spPr>
          <a:xfrm>
            <a:off x="4243388" y="950174"/>
            <a:ext cx="16144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제안 배경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43388" y="1091479"/>
            <a:ext cx="65" cy="1030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650" dirty="0">
              <a:highlight>
                <a:srgbClr val="FFFF00"/>
              </a:highlight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186488" y="614363"/>
            <a:ext cx="2386013" cy="800100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C320DE0-67D4-8700-BC4E-370D32F2FEC3}"/>
              </a:ext>
            </a:extLst>
          </p:cNvPr>
          <p:cNvGrpSpPr/>
          <p:nvPr/>
        </p:nvGrpSpPr>
        <p:grpSpPr>
          <a:xfrm>
            <a:off x="6343650" y="864394"/>
            <a:ext cx="300038" cy="300038"/>
            <a:chOff x="6343650" y="864394"/>
            <a:chExt cx="300038" cy="300038"/>
          </a:xfrm>
        </p:grpSpPr>
        <p:sp>
          <p:nvSpPr>
            <p:cNvPr id="17" name="Shape 14"/>
            <p:cNvSpPr/>
            <p:nvPr/>
          </p:nvSpPr>
          <p:spPr>
            <a:xfrm>
              <a:off x="6343650" y="864394"/>
              <a:ext cx="300038" cy="300038"/>
            </a:xfrm>
            <a:prstGeom prst="ellipse">
              <a:avLst/>
            </a:prstGeom>
            <a:solidFill>
              <a:srgbClr val="0669D5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6434358" y="956705"/>
              <a:ext cx="118622" cy="115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02</a:t>
              </a:r>
              <a:endParaRPr lang="en-US" sz="750" dirty="0"/>
            </a:p>
          </p:txBody>
        </p:sp>
      </p:grpSp>
      <p:sp>
        <p:nvSpPr>
          <p:cNvPr id="19" name="Text 16"/>
          <p:cNvSpPr/>
          <p:nvPr/>
        </p:nvSpPr>
        <p:spPr>
          <a:xfrm>
            <a:off x="6786563" y="950174"/>
            <a:ext cx="16144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UX 문제 정의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43313" y="1543050"/>
            <a:ext cx="2386013" cy="800100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074EA11-32B5-7871-4596-298F9A8F65C3}"/>
              </a:ext>
            </a:extLst>
          </p:cNvPr>
          <p:cNvGrpSpPr/>
          <p:nvPr/>
        </p:nvGrpSpPr>
        <p:grpSpPr>
          <a:xfrm>
            <a:off x="3800475" y="1793081"/>
            <a:ext cx="300038" cy="300038"/>
            <a:chOff x="3800475" y="1793081"/>
            <a:chExt cx="300038" cy="300038"/>
          </a:xfrm>
        </p:grpSpPr>
        <p:sp>
          <p:nvSpPr>
            <p:cNvPr id="22" name="Shape 19"/>
            <p:cNvSpPr/>
            <p:nvPr/>
          </p:nvSpPr>
          <p:spPr>
            <a:xfrm>
              <a:off x="3800475" y="1793081"/>
              <a:ext cx="300038" cy="300038"/>
            </a:xfrm>
            <a:prstGeom prst="ellipse">
              <a:avLst/>
            </a:prstGeom>
            <a:solidFill>
              <a:srgbClr val="0669D5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23" name="Text 20"/>
            <p:cNvSpPr/>
            <p:nvPr/>
          </p:nvSpPr>
          <p:spPr>
            <a:xfrm>
              <a:off x="3891183" y="1885392"/>
              <a:ext cx="118622" cy="115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03</a:t>
              </a:r>
              <a:endParaRPr lang="en-US" sz="750" dirty="0"/>
            </a:p>
          </p:txBody>
        </p:sp>
      </p:grpSp>
      <p:sp>
        <p:nvSpPr>
          <p:cNvPr id="24" name="Text 21"/>
          <p:cNvSpPr/>
          <p:nvPr/>
        </p:nvSpPr>
        <p:spPr>
          <a:xfrm>
            <a:off x="4243388" y="1878861"/>
            <a:ext cx="16144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개선</a:t>
            </a: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sz="10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목적</a:t>
            </a: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ko-KR" alt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및 방향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86488" y="1543050"/>
            <a:ext cx="2386013" cy="800100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5C67E9A-D452-F681-8A44-10E7FD97E350}"/>
              </a:ext>
            </a:extLst>
          </p:cNvPr>
          <p:cNvGrpSpPr/>
          <p:nvPr/>
        </p:nvGrpSpPr>
        <p:grpSpPr>
          <a:xfrm>
            <a:off x="6343650" y="1793081"/>
            <a:ext cx="300038" cy="300038"/>
            <a:chOff x="6343650" y="1793081"/>
            <a:chExt cx="300038" cy="300038"/>
          </a:xfrm>
        </p:grpSpPr>
        <p:sp>
          <p:nvSpPr>
            <p:cNvPr id="27" name="Shape 24"/>
            <p:cNvSpPr/>
            <p:nvPr/>
          </p:nvSpPr>
          <p:spPr>
            <a:xfrm>
              <a:off x="6343650" y="1793081"/>
              <a:ext cx="300038" cy="300038"/>
            </a:xfrm>
            <a:prstGeom prst="ellipse">
              <a:avLst/>
            </a:prstGeom>
            <a:solidFill>
              <a:srgbClr val="0669D5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28" name="Text 25"/>
            <p:cNvSpPr/>
            <p:nvPr/>
          </p:nvSpPr>
          <p:spPr>
            <a:xfrm>
              <a:off x="6434358" y="1885392"/>
              <a:ext cx="118622" cy="115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04</a:t>
              </a:r>
              <a:endParaRPr lang="en-US" sz="750" dirty="0"/>
            </a:p>
          </p:txBody>
        </p:sp>
      </p:grpSp>
      <p:sp>
        <p:nvSpPr>
          <p:cNvPr id="29" name="Text 26"/>
          <p:cNvSpPr/>
          <p:nvPr/>
        </p:nvSpPr>
        <p:spPr>
          <a:xfrm>
            <a:off x="6786563" y="1878861"/>
            <a:ext cx="16144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정책 수립 및 기능 흐름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43313" y="2471738"/>
            <a:ext cx="2386013" cy="800100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2F43767-69F2-5D2F-5FCB-45AB380A03DA}"/>
              </a:ext>
            </a:extLst>
          </p:cNvPr>
          <p:cNvGrpSpPr/>
          <p:nvPr/>
        </p:nvGrpSpPr>
        <p:grpSpPr>
          <a:xfrm>
            <a:off x="3800475" y="2721769"/>
            <a:ext cx="300038" cy="300038"/>
            <a:chOff x="3800475" y="2721769"/>
            <a:chExt cx="300038" cy="300038"/>
          </a:xfrm>
        </p:grpSpPr>
        <p:sp>
          <p:nvSpPr>
            <p:cNvPr id="32" name="Shape 29"/>
            <p:cNvSpPr/>
            <p:nvPr/>
          </p:nvSpPr>
          <p:spPr>
            <a:xfrm>
              <a:off x="3800475" y="2721769"/>
              <a:ext cx="300038" cy="300038"/>
            </a:xfrm>
            <a:prstGeom prst="ellipse">
              <a:avLst/>
            </a:prstGeom>
            <a:solidFill>
              <a:srgbClr val="0669D5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33" name="Text 30"/>
            <p:cNvSpPr/>
            <p:nvPr/>
          </p:nvSpPr>
          <p:spPr>
            <a:xfrm>
              <a:off x="3891183" y="2814080"/>
              <a:ext cx="118622" cy="115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05</a:t>
              </a:r>
              <a:endParaRPr lang="en-US" sz="750" dirty="0"/>
            </a:p>
          </p:txBody>
        </p:sp>
      </p:grpSp>
      <p:sp>
        <p:nvSpPr>
          <p:cNvPr id="34" name="Text 31"/>
          <p:cNvSpPr/>
          <p:nvPr/>
        </p:nvSpPr>
        <p:spPr>
          <a:xfrm>
            <a:off x="4243388" y="2807549"/>
            <a:ext cx="16144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발생 </a:t>
            </a:r>
            <a:r>
              <a:rPr lang="en-US" sz="10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리스크</a:t>
            </a: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ko-KR" alt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및 </a:t>
            </a:r>
            <a:r>
              <a:rPr lang="en-US" sz="10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대응</a:t>
            </a: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ko-KR" alt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방안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186488" y="2471738"/>
            <a:ext cx="2386013" cy="800100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43BC5CE-C217-5755-19CB-5064B08A995F}"/>
              </a:ext>
            </a:extLst>
          </p:cNvPr>
          <p:cNvGrpSpPr/>
          <p:nvPr/>
        </p:nvGrpSpPr>
        <p:grpSpPr>
          <a:xfrm>
            <a:off x="6343650" y="2721769"/>
            <a:ext cx="300038" cy="300038"/>
            <a:chOff x="6343650" y="2721769"/>
            <a:chExt cx="300038" cy="300038"/>
          </a:xfrm>
        </p:grpSpPr>
        <p:sp>
          <p:nvSpPr>
            <p:cNvPr id="37" name="Shape 34"/>
            <p:cNvSpPr/>
            <p:nvPr/>
          </p:nvSpPr>
          <p:spPr>
            <a:xfrm>
              <a:off x="6343650" y="2721769"/>
              <a:ext cx="300038" cy="300038"/>
            </a:xfrm>
            <a:prstGeom prst="ellipse">
              <a:avLst/>
            </a:prstGeom>
            <a:solidFill>
              <a:srgbClr val="0669D5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38" name="Text 35"/>
            <p:cNvSpPr/>
            <p:nvPr/>
          </p:nvSpPr>
          <p:spPr>
            <a:xfrm>
              <a:off x="6434358" y="2814080"/>
              <a:ext cx="118622" cy="115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06</a:t>
              </a:r>
              <a:endParaRPr lang="en-US" sz="750" dirty="0"/>
            </a:p>
          </p:txBody>
        </p:sp>
      </p:grpSp>
      <p:sp>
        <p:nvSpPr>
          <p:cNvPr id="39" name="Text 36"/>
          <p:cNvSpPr/>
          <p:nvPr/>
        </p:nvSpPr>
        <p:spPr>
          <a:xfrm>
            <a:off x="6786563" y="2807549"/>
            <a:ext cx="16144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643313" y="3400425"/>
            <a:ext cx="2386013" cy="800100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7BCE04E-3D63-01D2-F5E5-782202910F41}"/>
              </a:ext>
            </a:extLst>
          </p:cNvPr>
          <p:cNvGrpSpPr/>
          <p:nvPr/>
        </p:nvGrpSpPr>
        <p:grpSpPr>
          <a:xfrm>
            <a:off x="3800475" y="3650456"/>
            <a:ext cx="300038" cy="300038"/>
            <a:chOff x="3800475" y="3650456"/>
            <a:chExt cx="300038" cy="300038"/>
          </a:xfrm>
        </p:grpSpPr>
        <p:sp>
          <p:nvSpPr>
            <p:cNvPr id="42" name="Shape 39"/>
            <p:cNvSpPr/>
            <p:nvPr/>
          </p:nvSpPr>
          <p:spPr>
            <a:xfrm>
              <a:off x="3800475" y="3650456"/>
              <a:ext cx="300038" cy="300038"/>
            </a:xfrm>
            <a:prstGeom prst="ellipse">
              <a:avLst/>
            </a:prstGeom>
            <a:solidFill>
              <a:srgbClr val="0669D5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43" name="Text 40"/>
            <p:cNvSpPr/>
            <p:nvPr/>
          </p:nvSpPr>
          <p:spPr>
            <a:xfrm>
              <a:off x="3891183" y="3742767"/>
              <a:ext cx="118622" cy="115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07</a:t>
              </a:r>
              <a:endParaRPr lang="en-US" sz="750" dirty="0"/>
            </a:p>
          </p:txBody>
        </p:sp>
      </p:grpSp>
      <p:sp>
        <p:nvSpPr>
          <p:cNvPr id="44" name="Text 41"/>
          <p:cNvSpPr/>
          <p:nvPr/>
        </p:nvSpPr>
        <p:spPr>
          <a:xfrm>
            <a:off x="4243388" y="3736236"/>
            <a:ext cx="16144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예시 화면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186488" y="3400425"/>
            <a:ext cx="2386013" cy="800100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7D1FC0F8-9B71-DA7A-8F7A-3C48D1FEEDDB}"/>
              </a:ext>
            </a:extLst>
          </p:cNvPr>
          <p:cNvGrpSpPr/>
          <p:nvPr/>
        </p:nvGrpSpPr>
        <p:grpSpPr>
          <a:xfrm>
            <a:off x="6343650" y="3650456"/>
            <a:ext cx="300038" cy="300038"/>
            <a:chOff x="6343650" y="3650456"/>
            <a:chExt cx="300038" cy="300038"/>
          </a:xfrm>
        </p:grpSpPr>
        <p:sp>
          <p:nvSpPr>
            <p:cNvPr id="47" name="Shape 44"/>
            <p:cNvSpPr/>
            <p:nvPr/>
          </p:nvSpPr>
          <p:spPr>
            <a:xfrm>
              <a:off x="6343650" y="3650456"/>
              <a:ext cx="300038" cy="300038"/>
            </a:xfrm>
            <a:prstGeom prst="ellipse">
              <a:avLst/>
            </a:prstGeom>
            <a:solidFill>
              <a:srgbClr val="0669D5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48" name="Text 45"/>
            <p:cNvSpPr/>
            <p:nvPr/>
          </p:nvSpPr>
          <p:spPr>
            <a:xfrm>
              <a:off x="6434358" y="3742767"/>
              <a:ext cx="118622" cy="115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08</a:t>
              </a:r>
              <a:endParaRPr lang="en-US" sz="750" dirty="0"/>
            </a:p>
          </p:txBody>
        </p:sp>
      </p:grpSp>
      <p:sp>
        <p:nvSpPr>
          <p:cNvPr id="49" name="Text 46"/>
          <p:cNvSpPr/>
          <p:nvPr/>
        </p:nvSpPr>
        <p:spPr>
          <a:xfrm>
            <a:off x="6786563" y="3736236"/>
            <a:ext cx="16144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</a:rPr>
              <a:t>추가 질문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48605"/>
            <a:ext cx="457200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01 · 제안 배경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698302"/>
            <a:ext cx="4572000" cy="6509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22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초기 셀러는
가격 </a:t>
            </a:r>
            <a:r>
              <a:rPr lang="ko-KR" altLang="en-US" sz="22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관리 편의가 핵심입니다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035088" y="1361668"/>
            <a:ext cx="2571750" cy="158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24000"/>
              </a:lnSpc>
              <a:buNone/>
            </a:pP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r>
              <a:rPr lang="ko-KR" altLang="en-US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잡러</a:t>
            </a:r>
            <a:r>
              <a:rPr lang="ko-KR" alt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ko-KR" alt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셀러의 쇼핑몰 확장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1500" y="1825842"/>
            <a:ext cx="1557338" cy="2357438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71525" y="2068730"/>
            <a:ext cx="414338" cy="414338"/>
          </a:xfrm>
          <a:prstGeom prst="ellipse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8" y="2190173"/>
            <a:ext cx="214313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1525" y="2711503"/>
            <a:ext cx="1157288" cy="353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재고 부담을
줄이고 싶음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71525" y="3234094"/>
            <a:ext cx="1157288" cy="4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</a:t>
            </a:r>
            <a:r>
              <a:rPr lang="en-US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셀러는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무재고 위탁 판매 방식으로 첫 판매를 시작하려 합니다.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771525" y="3812106"/>
            <a:ext cx="569714" cy="214313"/>
          </a:xfrm>
          <a:prstGeom prst="roundRect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64994" y="3875780"/>
            <a:ext cx="593239" cy="100027"/>
          </a:xfrm>
          <a:prstGeom prst="rect">
            <a:avLst/>
          </a:prstGeom>
          <a:noFill/>
          <a:ln/>
        </p:spPr>
        <p:txBody>
          <a:bodyPr wrap="none" lIns="119126" tIns="0" rIns="119126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위탁 판매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2257425" y="1825842"/>
            <a:ext cx="1557338" cy="2357438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457450" y="2068730"/>
            <a:ext cx="414338" cy="414338"/>
          </a:xfrm>
          <a:prstGeom prst="ellipse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178" y="2190173"/>
            <a:ext cx="192881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57450" y="2711503"/>
            <a:ext cx="1157288" cy="353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15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</a:rPr>
              <a:t>복잡한 </a:t>
            </a:r>
            <a:endParaRPr lang="en-US" altLang="ko-KR" sz="1150" b="1" kern="0" spc="-1" dirty="0">
              <a:solidFill>
                <a:srgbClr val="1E2A3A"/>
              </a:solidFill>
              <a:latin typeface="Noto Sans KR Black" pitchFamily="34" charset="0"/>
              <a:ea typeface="Noto Sans KR Black" pitchFamily="3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ko-KR" altLang="en-US" sz="115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</a:rPr>
              <a:t>마켓 수수료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2457450" y="3234094"/>
            <a:ext cx="1157288" cy="4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쇼핑몰이 한 개만 </a:t>
            </a:r>
            <a:r>
              <a:rPr lang="en-US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늘어도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수수료 </a:t>
            </a:r>
            <a:r>
              <a:rPr lang="en-US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계산이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달라집니다</a:t>
            </a:r>
            <a:r>
              <a:rPr lang="en-US" altLang="ko-KR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2457450" y="3812106"/>
            <a:ext cx="569714" cy="214313"/>
          </a:xfrm>
          <a:prstGeom prst="roundRect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2450919" y="3875780"/>
            <a:ext cx="594843" cy="100027"/>
          </a:xfrm>
          <a:prstGeom prst="rect">
            <a:avLst/>
          </a:prstGeom>
          <a:noFill/>
          <a:ln/>
        </p:spPr>
        <p:txBody>
          <a:bodyPr wrap="none" lIns="119126" tIns="0" rIns="119126" bIns="0" rtlCol="0" anchor="ctr">
            <a:sp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채널 확장</a:t>
            </a:r>
            <a:endParaRPr lang="en-US" sz="650" dirty="0"/>
          </a:p>
        </p:txBody>
      </p:sp>
      <p:sp>
        <p:nvSpPr>
          <p:cNvPr id="21" name="Shape 16"/>
          <p:cNvSpPr/>
          <p:nvPr/>
        </p:nvSpPr>
        <p:spPr>
          <a:xfrm>
            <a:off x="3943350" y="1825842"/>
            <a:ext cx="1557338" cy="2357438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143375" y="2068730"/>
            <a:ext cx="414338" cy="414338"/>
          </a:xfrm>
          <a:prstGeom prst="ellipse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4819" y="2190173"/>
            <a:ext cx="171450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143375" y="2711503"/>
            <a:ext cx="1157288" cy="353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역마진이
두려움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143375" y="3234095"/>
            <a:ext cx="1157288" cy="4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판매가 수정 시 </a:t>
            </a:r>
            <a:endParaRPr lang="en-US" altLang="ko-KR" sz="800" dirty="0">
              <a:solidFill>
                <a:srgbClr val="5A667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24000"/>
              </a:lnSpc>
              <a:buNone/>
            </a:pPr>
            <a:r>
              <a:rPr lang="ko-KR" altLang="en-US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역마진</a:t>
            </a: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우려에 대한 </a:t>
            </a:r>
            <a:endParaRPr lang="en-US" altLang="ko-KR" sz="800" dirty="0">
              <a:solidFill>
                <a:srgbClr val="5A667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부담이 발생합니다</a:t>
            </a:r>
            <a:r>
              <a:rPr lang="en-US" altLang="ko-KR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4143375" y="3812106"/>
            <a:ext cx="569714" cy="214313"/>
          </a:xfrm>
          <a:prstGeom prst="roundRect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4136844" y="3875780"/>
            <a:ext cx="593239" cy="100027"/>
          </a:xfrm>
          <a:prstGeom prst="rect">
            <a:avLst/>
          </a:prstGeom>
          <a:noFill/>
          <a:ln/>
        </p:spPr>
        <p:txBody>
          <a:bodyPr wrap="none" lIns="119126" tIns="0" rIns="119126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65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마진 설정</a:t>
            </a:r>
            <a:endParaRPr lang="en-US" sz="650" dirty="0"/>
          </a:p>
        </p:txBody>
      </p:sp>
      <p:sp>
        <p:nvSpPr>
          <p:cNvPr id="28" name="Shape 22"/>
          <p:cNvSpPr/>
          <p:nvPr/>
        </p:nvSpPr>
        <p:spPr>
          <a:xfrm>
            <a:off x="6000750" y="1825842"/>
            <a:ext cx="2571750" cy="2357438"/>
          </a:xfrm>
          <a:prstGeom prst="rect">
            <a:avLst/>
          </a:prstGeom>
          <a:solidFill>
            <a:srgbClr val="1E2A3A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6243638" y="2117285"/>
            <a:ext cx="2085975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EE6F2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제안 방향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6243638" y="2491146"/>
            <a:ext cx="2085975" cy="743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600" b="1" kern="0" spc="-1" dirty="0" err="1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쇼핑몰</a:t>
            </a:r>
            <a:r>
              <a:rPr lang="en-US" sz="1600" b="1" kern="0" spc="-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sz="1600" b="1" kern="0" spc="-1" dirty="0" err="1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계정별</a:t>
            </a:r>
            <a:r>
              <a:rPr lang="ko-KR" altLang="en-US" sz="1600" b="1" kern="0" spc="-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로</a:t>
            </a:r>
            <a:r>
              <a:rPr lang="en-US" sz="1600" b="1" kern="0" spc="-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
마진율을 저장하고
판매가를 자동 반영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6243638" y="3494415"/>
            <a:ext cx="2085975" cy="3121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수식은 시스템이 처리하고, 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850" dirty="0" err="1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사용자는</a:t>
            </a:r>
            <a:r>
              <a:rPr lang="en-US" sz="85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이해하기 </a:t>
            </a:r>
            <a:r>
              <a:rPr lang="en-US" sz="850" dirty="0" err="1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쉬운</a:t>
            </a:r>
            <a:r>
              <a:rPr lang="en-US" sz="85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50" dirty="0" err="1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</a:t>
            </a:r>
            <a:r>
              <a:rPr lang="en-US" sz="85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50" dirty="0" err="1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값만</a:t>
            </a:r>
            <a:r>
              <a:rPr lang="en-US" sz="85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관리합니다.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14338"/>
            <a:ext cx="4572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02 · UX 문제 정의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669727"/>
            <a:ext cx="4572000" cy="31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210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마진율 설정 기능의 부재입니다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164458" y="825131"/>
            <a:ext cx="2428875" cy="33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</a:t>
            </a: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셀러는</a:t>
            </a: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판매가 </a:t>
            </a:r>
            <a:r>
              <a:rPr lang="en-US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</a:t>
            </a: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도구와 입력 화면을 오가며 반복 작업을 수행하게 됩니다.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1500" y="1486793"/>
            <a:ext cx="1662094" cy="2371725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42950" y="1686818"/>
            <a:ext cx="385763" cy="385763"/>
          </a:xfrm>
          <a:prstGeom prst="ellipse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216" y="1797546"/>
            <a:ext cx="123230" cy="1643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950" y="2260989"/>
            <a:ext cx="1319194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01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742950" y="2546940"/>
            <a:ext cx="1319194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수동</a:t>
            </a:r>
            <a:r>
              <a:rPr lang="en-US" sz="11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sz="11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계산</a:t>
            </a:r>
            <a:r>
              <a:rPr lang="en-US" sz="11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sz="11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부담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42950" y="2965628"/>
            <a:ext cx="1376344" cy="41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등록·수정 시 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7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쇼핑몰별</a:t>
            </a: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수수료를 직접 계산하고 판매가를 </a:t>
            </a:r>
            <a:r>
              <a:rPr lang="en-US" sz="7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일일이</a:t>
            </a: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7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입력해야</a:t>
            </a: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7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347894" y="1486793"/>
            <a:ext cx="1662122" cy="2371725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2519344" y="1686818"/>
            <a:ext cx="385763" cy="385763"/>
          </a:xfrm>
          <a:prstGeom prst="ellipse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610" y="1797546"/>
            <a:ext cx="123230" cy="1643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19344" y="2260989"/>
            <a:ext cx="1319222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02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2519344" y="2546940"/>
            <a:ext cx="1319222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엑셀</a:t>
            </a:r>
            <a:r>
              <a:rPr lang="en-US" sz="11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sz="11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의존</a:t>
            </a:r>
            <a:r>
              <a:rPr lang="en-US" sz="11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sz="11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워크플로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519344" y="2965628"/>
            <a:ext cx="1319222" cy="41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엑셀로 수수료율을 적용한 뒤 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7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계산된</a:t>
            </a: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결과값을 </a:t>
            </a:r>
            <a:r>
              <a:rPr lang="en-US" sz="7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다시</a:t>
            </a: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7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복사해</a:t>
            </a: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7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붙여</a:t>
            </a: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7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넣는</a:t>
            </a: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작업이 필요합니다.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4124316" y="1486793"/>
            <a:ext cx="1662122" cy="2371725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295766" y="1686818"/>
            <a:ext cx="385763" cy="385763"/>
          </a:xfrm>
          <a:prstGeom prst="ellipse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6494" y="1797546"/>
            <a:ext cx="164306" cy="1643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295766" y="2260989"/>
            <a:ext cx="1319222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03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4295766" y="2546940"/>
            <a:ext cx="1319222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1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</a:rPr>
              <a:t>마진 정책 인지 부족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295765" y="2965628"/>
            <a:ext cx="1386577" cy="41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ko-KR" alt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셀러는 마진 설정 기준에 대해 명확한 인사이트가 부족하여 </a:t>
            </a:r>
            <a:endParaRPr lang="en-US" altLang="ko-KR" sz="750" dirty="0">
              <a:solidFill>
                <a:srgbClr val="5A667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24000"/>
              </a:lnSpc>
              <a:buNone/>
            </a:pPr>
            <a:r>
              <a:rPr lang="ko-KR" alt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계산의 니즈가 있습니다</a:t>
            </a:r>
            <a:r>
              <a:rPr lang="en-US" altLang="ko-KR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143625" y="1486793"/>
            <a:ext cx="2428875" cy="2371725"/>
          </a:xfrm>
          <a:prstGeom prst="rect">
            <a:avLst/>
          </a:prstGeom>
          <a:solidFill>
            <a:srgbClr val="1E2A3A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6372225" y="1729680"/>
            <a:ext cx="569714" cy="214313"/>
          </a:xfrm>
          <a:prstGeom prst="roundRect">
            <a:avLst/>
          </a:prstGeom>
          <a:solidFill>
            <a:srgbClr val="9EE6F2">
              <a:alpha val="18000"/>
            </a:srgbClr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6372225" y="1786823"/>
            <a:ext cx="572401" cy="100027"/>
          </a:xfrm>
          <a:prstGeom prst="rect">
            <a:avLst/>
          </a:prstGeom>
          <a:noFill/>
          <a:ln/>
        </p:spPr>
        <p:txBody>
          <a:bodyPr wrap="none" lIns="119126" tIns="0" rIns="119126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9EE6F2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핵심 문제</a:t>
            </a:r>
            <a:endParaRPr lang="en-US" sz="650" dirty="0"/>
          </a:p>
        </p:txBody>
      </p:sp>
      <p:sp>
        <p:nvSpPr>
          <p:cNvPr id="28" name="Text 22"/>
          <p:cNvSpPr/>
          <p:nvPr/>
        </p:nvSpPr>
        <p:spPr>
          <a:xfrm>
            <a:off x="6372225" y="2265595"/>
            <a:ext cx="1985963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550" b="1" kern="0" spc="-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판매가 마진 계산을 위해</a:t>
            </a:r>
            <a:endParaRPr lang="en-US" altLang="ko-KR" sz="1550" b="1" kern="0" spc="-1" dirty="0">
              <a:solidFill>
                <a:srgbClr val="FFFFFF"/>
              </a:solidFill>
              <a:latin typeface="Noto Sans KR Black" pitchFamily="34" charset="0"/>
              <a:ea typeface="Noto Sans KR Black" pitchFamily="34" charset="-122"/>
              <a:cs typeface="Noto Sans KR Black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ko-KR" altLang="en-US" sz="1550" b="1" kern="0" spc="-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반복 작업을 수행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6365081" y="2966595"/>
            <a:ext cx="1971675" cy="30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 err="1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사방넷</a:t>
            </a:r>
            <a:r>
              <a:rPr lang="en-US" sz="80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미니의</a:t>
            </a:r>
            <a:r>
              <a:rPr lang="en-US" sz="80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‘쉽고 </a:t>
            </a:r>
            <a:r>
              <a:rPr lang="en-US" sz="800" dirty="0" err="1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</a:t>
            </a:r>
            <a:r>
              <a:rPr lang="en-US" sz="80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통합관리</a:t>
            </a:r>
            <a:r>
              <a:rPr lang="en-US" sz="80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’ </a:t>
            </a:r>
            <a:r>
              <a:rPr lang="ko-KR" altLang="en-US" sz="80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경험에 부합하도록 기능 제공이 필요합니다</a:t>
            </a:r>
            <a:r>
              <a:rPr lang="en-US" altLang="ko-KR" sz="800" dirty="0">
                <a:solidFill>
                  <a:srgbClr val="DDEA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571500" y="3987105"/>
            <a:ext cx="8001000" cy="957263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933636" y="4402577"/>
            <a:ext cx="718595" cy="1263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kern="0" spc="-1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현재 사용자 흐름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2143125" y="4187130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35" name="Text 29"/>
          <p:cNvSpPr/>
          <p:nvPr/>
        </p:nvSpPr>
        <p:spPr>
          <a:xfrm>
            <a:off x="2727127" y="4313031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1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2638360" y="4500004"/>
            <a:ext cx="503343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수수료 확인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3718322" y="4187130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38" name="Text 32"/>
          <p:cNvSpPr/>
          <p:nvPr/>
        </p:nvSpPr>
        <p:spPr>
          <a:xfrm>
            <a:off x="4302323" y="4313031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2</a:t>
            </a:r>
            <a:endParaRPr lang="en-US" sz="650" dirty="0"/>
          </a:p>
        </p:txBody>
      </p:sp>
      <p:sp>
        <p:nvSpPr>
          <p:cNvPr id="39" name="Text 33"/>
          <p:cNvSpPr/>
          <p:nvPr/>
        </p:nvSpPr>
        <p:spPr>
          <a:xfrm>
            <a:off x="4260772" y="4500004"/>
            <a:ext cx="40876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엑셀 계산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5293519" y="4187130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41" name="Text 35"/>
          <p:cNvSpPr/>
          <p:nvPr/>
        </p:nvSpPr>
        <p:spPr>
          <a:xfrm>
            <a:off x="5877520" y="4313031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3</a:t>
            </a:r>
            <a:endParaRPr lang="en-US" sz="650" dirty="0"/>
          </a:p>
        </p:txBody>
      </p:sp>
      <p:sp>
        <p:nvSpPr>
          <p:cNvPr id="42" name="Text 36"/>
          <p:cNvSpPr/>
          <p:nvPr/>
        </p:nvSpPr>
        <p:spPr>
          <a:xfrm>
            <a:off x="5775443" y="4500004"/>
            <a:ext cx="528991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값 복사 입력</a:t>
            </a:r>
            <a:endParaRPr lang="en-US" sz="750" dirty="0"/>
          </a:p>
        </p:txBody>
      </p:sp>
      <p:sp>
        <p:nvSpPr>
          <p:cNvPr id="43" name="Shape 37"/>
          <p:cNvSpPr/>
          <p:nvPr/>
        </p:nvSpPr>
        <p:spPr>
          <a:xfrm>
            <a:off x="6868716" y="4187130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44" name="Text 38"/>
          <p:cNvSpPr/>
          <p:nvPr/>
        </p:nvSpPr>
        <p:spPr>
          <a:xfrm>
            <a:off x="7452717" y="4313031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4</a:t>
            </a:r>
            <a:endParaRPr lang="en-US" sz="650" dirty="0"/>
          </a:p>
        </p:txBody>
      </p:sp>
      <p:sp>
        <p:nvSpPr>
          <p:cNvPr id="45" name="Text 39"/>
          <p:cNvSpPr/>
          <p:nvPr/>
        </p:nvSpPr>
        <p:spPr>
          <a:xfrm>
            <a:off x="7363951" y="4500004"/>
            <a:ext cx="50494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역마진 검증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34318"/>
            <a:ext cx="4929188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03 · 개선 목적 및 방향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71500" y="721206"/>
            <a:ext cx="4929188" cy="621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ko-KR" altLang="en-US" sz="21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</a:rPr>
              <a:t>초보 셀러에게 </a:t>
            </a:r>
            <a:endParaRPr lang="en-US" altLang="ko-KR" sz="2150" b="1" kern="0" spc="-2" dirty="0">
              <a:solidFill>
                <a:srgbClr val="1E2A3A"/>
              </a:solidFill>
              <a:latin typeface="Noto Sans KR Black" pitchFamily="34" charset="0"/>
              <a:ea typeface="Noto Sans KR Black" pitchFamily="34" charset="-122"/>
            </a:endParaRPr>
          </a:p>
          <a:p>
            <a:pPr marL="0" indent="0" algn="l">
              <a:lnSpc>
                <a:spcPct val="94400"/>
              </a:lnSpc>
              <a:buNone/>
            </a:pPr>
            <a:r>
              <a:rPr lang="ko-KR" altLang="en-US" sz="21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</a:rPr>
              <a:t>편리하도록 개선합니다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6215063" y="861288"/>
            <a:ext cx="2357438" cy="5020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</a:t>
            </a:r>
            <a:r>
              <a:rPr lang="ko-KR" alt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</a:t>
            </a: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셀러가 가격 정책을 몰라도 상품 등록을 이어갈 수 있도록, 계산은 시스템이 맡고 판단은 사용자가 쉽게 하도록 설계합니다.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71500" y="1780412"/>
            <a:ext cx="8001000" cy="2143125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781166" y="2051875"/>
            <a:ext cx="485775" cy="485775"/>
          </a:xfrm>
          <a:prstGeom prst="ellipse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111" y="2198322"/>
            <a:ext cx="217884" cy="1928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9187" y="2680525"/>
            <a:ext cx="1029705" cy="1735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4400"/>
              </a:lnSpc>
              <a:buNone/>
            </a:pPr>
            <a:r>
              <a:rPr lang="en-US" sz="12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프로세스</a:t>
            </a:r>
            <a:r>
              <a:rPr lang="en-US" sz="12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sz="12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자동화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73933" y="3226601"/>
            <a:ext cx="2045457" cy="293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판매가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기준으로 마진율과 수수료율을 적용해 마켓별 </a:t>
            </a:r>
            <a:r>
              <a:rPr lang="en-US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판매가를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계산하고 일괄 반영합니다.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3758752" y="2680525"/>
            <a:ext cx="1626471" cy="1735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4400"/>
              </a:lnSpc>
              <a:buNone/>
            </a:pPr>
            <a:r>
              <a:rPr lang="ko-KR" altLang="en-US" sz="12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초보 셀러 친화적</a:t>
            </a:r>
            <a:r>
              <a:rPr lang="en-US" sz="12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UI / UX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621853" y="3150267"/>
            <a:ext cx="1900238" cy="4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24000"/>
              </a:lnSpc>
            </a:pP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 </a:t>
            </a:r>
            <a:r>
              <a:rPr lang="en-US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셀러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친화적일 수 있도록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algn="ctr">
              <a:lnSpc>
                <a:spcPct val="124000"/>
              </a:lnSpc>
            </a:pPr>
            <a:r>
              <a:rPr lang="en-US" altLang="ko-KR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마진율과</a:t>
            </a:r>
            <a:r>
              <a:rPr lang="en-US" altLang="ko-KR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수수료율</a:t>
            </a:r>
            <a:r>
              <a:rPr lang="en-US" altLang="ko-KR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입력만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</a:t>
            </a:r>
            <a:r>
              <a:rPr lang="en-US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algn="ctr">
              <a:lnSpc>
                <a:spcPct val="124000"/>
              </a:lnSpc>
            </a:pPr>
            <a:r>
              <a:rPr lang="en-US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설정은 줄입니다.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745989" y="2680525"/>
            <a:ext cx="747833" cy="1735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94400"/>
              </a:lnSpc>
              <a:buNone/>
            </a:pPr>
            <a:r>
              <a:rPr lang="en-US" sz="12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심리적</a:t>
            </a:r>
            <a:r>
              <a:rPr lang="en-US" sz="12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sz="12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안전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69800" y="3226601"/>
            <a:ext cx="1900238" cy="293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마진율과 수수료율의 입력 제한을 두어</a:t>
            </a:r>
            <a:endParaRPr lang="en-US" altLang="ko-KR" sz="800" dirty="0">
              <a:solidFill>
                <a:srgbClr val="5A667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lnSpc>
                <a:spcPct val="124000"/>
              </a:lnSpc>
              <a:buNone/>
            </a:pPr>
            <a:r>
              <a:rPr lang="en-US" sz="8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</a:t>
            </a:r>
            <a:r>
              <a:rPr lang="en-US" sz="8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셀러의 가격 실수를 줄입니다.</a:t>
            </a:r>
            <a:endParaRPr lang="en-US" sz="800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D458688-72E9-12D7-D540-672D6D663508}"/>
              </a:ext>
            </a:extLst>
          </p:cNvPr>
          <p:cNvGrpSpPr/>
          <p:nvPr/>
        </p:nvGrpSpPr>
        <p:grpSpPr>
          <a:xfrm>
            <a:off x="6877031" y="2051875"/>
            <a:ext cx="485775" cy="485775"/>
            <a:chOff x="6877031" y="2051875"/>
            <a:chExt cx="485775" cy="485775"/>
          </a:xfrm>
        </p:grpSpPr>
        <p:sp>
          <p:nvSpPr>
            <p:cNvPr id="15" name="Shape 10"/>
            <p:cNvSpPr/>
            <p:nvPr/>
          </p:nvSpPr>
          <p:spPr>
            <a:xfrm>
              <a:off x="6877031" y="2051875"/>
              <a:ext cx="485775" cy="485775"/>
            </a:xfrm>
            <a:prstGeom prst="ellipse">
              <a:avLst/>
            </a:prstGeom>
            <a:solidFill>
              <a:srgbClr val="EAF6F8"/>
            </a:solidFill>
            <a:ln/>
          </p:spPr>
          <p:txBody>
            <a:bodyPr anchor="ctr"/>
            <a:lstStyle/>
            <a:p>
              <a:endParaRPr lang="ko-KR" altLang="en-US" dirty="0"/>
            </a:p>
          </p:txBody>
        </p:sp>
        <p:grpSp>
          <p:nvGrpSpPr>
            <p:cNvPr id="53" name="그래픽 24">
              <a:extLst>
                <a:ext uri="{FF2B5EF4-FFF2-40B4-BE49-F238E27FC236}">
                  <a16:creationId xmlns:a16="http://schemas.microsoft.com/office/drawing/2014/main" id="{A018F0F0-CCC0-C091-E101-44650BCFAE9E}"/>
                </a:ext>
              </a:extLst>
            </p:cNvPr>
            <p:cNvGrpSpPr/>
            <p:nvPr/>
          </p:nvGrpSpPr>
          <p:grpSpPr>
            <a:xfrm>
              <a:off x="7032118" y="2192497"/>
              <a:ext cx="161925" cy="202406"/>
              <a:chOff x="8795046" y="2168555"/>
              <a:chExt cx="161925" cy="202406"/>
            </a:xfrm>
            <a:noFill/>
          </p:grpSpPr>
          <p:sp>
            <p:nvSpPr>
              <p:cNvPr id="54" name="자유형: 도형 53">
                <a:extLst>
                  <a:ext uri="{FF2B5EF4-FFF2-40B4-BE49-F238E27FC236}">
                    <a16:creationId xmlns:a16="http://schemas.microsoft.com/office/drawing/2014/main" id="{41C072A9-6911-9AD5-0F82-3ECEDDE9C220}"/>
                  </a:ext>
                </a:extLst>
              </p:cNvPr>
              <p:cNvSpPr/>
              <p:nvPr/>
            </p:nvSpPr>
            <p:spPr>
              <a:xfrm>
                <a:off x="8795046" y="2168555"/>
                <a:ext cx="161925" cy="202406"/>
              </a:xfrm>
              <a:custGeom>
                <a:avLst/>
                <a:gdLst>
                  <a:gd name="csX0" fmla="*/ 80963 w 161925"/>
                  <a:gd name="csY0" fmla="*/ 202406 h 202406"/>
                  <a:gd name="csX1" fmla="*/ 161925 w 161925"/>
                  <a:gd name="csY1" fmla="*/ 101203 h 202406"/>
                  <a:gd name="csX2" fmla="*/ 161925 w 161925"/>
                  <a:gd name="csY2" fmla="*/ 30361 h 202406"/>
                  <a:gd name="csX3" fmla="*/ 80963 w 161925"/>
                  <a:gd name="csY3" fmla="*/ 0 h 202406"/>
                  <a:gd name="csX4" fmla="*/ 0 w 161925"/>
                  <a:gd name="csY4" fmla="*/ 30361 h 202406"/>
                  <a:gd name="csX5" fmla="*/ 0 w 161925"/>
                  <a:gd name="csY5" fmla="*/ 101203 h 202406"/>
                  <a:gd name="csX6" fmla="*/ 80963 w 161925"/>
                  <a:gd name="csY6" fmla="*/ 202406 h 2024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61925" h="202406">
                    <a:moveTo>
                      <a:pt x="80963" y="202406"/>
                    </a:moveTo>
                    <a:cubicBezTo>
                      <a:pt x="80963" y="202406"/>
                      <a:pt x="161925" y="161925"/>
                      <a:pt x="161925" y="101203"/>
                    </a:cubicBezTo>
                    <a:lnTo>
                      <a:pt x="161925" y="30361"/>
                    </a:lnTo>
                    <a:lnTo>
                      <a:pt x="80963" y="0"/>
                    </a:lnTo>
                    <a:lnTo>
                      <a:pt x="0" y="30361"/>
                    </a:lnTo>
                    <a:lnTo>
                      <a:pt x="0" y="101203"/>
                    </a:lnTo>
                    <a:cubicBezTo>
                      <a:pt x="0" y="161925"/>
                      <a:pt x="80963" y="202406"/>
                      <a:pt x="80963" y="202406"/>
                    </a:cubicBezTo>
                    <a:close/>
                  </a:path>
                </a:pathLst>
              </a:custGeom>
              <a:noFill/>
              <a:ln w="20241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8201E4AC-3E39-4B0C-3E7A-0201477F4793}"/>
                  </a:ext>
                </a:extLst>
              </p:cNvPr>
              <p:cNvSpPr/>
              <p:nvPr/>
            </p:nvSpPr>
            <p:spPr>
              <a:xfrm>
                <a:off x="8845647" y="2239397"/>
                <a:ext cx="60721" cy="40481"/>
              </a:xfrm>
              <a:custGeom>
                <a:avLst/>
                <a:gdLst>
                  <a:gd name="csX0" fmla="*/ 0 w 60721"/>
                  <a:gd name="csY0" fmla="*/ 20241 h 40481"/>
                  <a:gd name="csX1" fmla="*/ 20241 w 60721"/>
                  <a:gd name="csY1" fmla="*/ 40482 h 40481"/>
                  <a:gd name="csX2" fmla="*/ 60722 w 60721"/>
                  <a:gd name="csY2" fmla="*/ 1 h 404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0721" h="40481">
                    <a:moveTo>
                      <a:pt x="0" y="20241"/>
                    </a:moveTo>
                    <a:lnTo>
                      <a:pt x="20241" y="40482"/>
                    </a:lnTo>
                    <a:lnTo>
                      <a:pt x="60722" y="1"/>
                    </a:lnTo>
                  </a:path>
                </a:pathLst>
              </a:custGeom>
              <a:noFill/>
              <a:ln w="20241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BE9B8173-DA4D-5D57-AA6A-F987463E61A7}"/>
              </a:ext>
            </a:extLst>
          </p:cNvPr>
          <p:cNvGrpSpPr/>
          <p:nvPr/>
        </p:nvGrpSpPr>
        <p:grpSpPr>
          <a:xfrm>
            <a:off x="4329085" y="2051875"/>
            <a:ext cx="485775" cy="485775"/>
            <a:chOff x="4329085" y="2051875"/>
            <a:chExt cx="485775" cy="485775"/>
          </a:xfrm>
        </p:grpSpPr>
        <p:sp>
          <p:nvSpPr>
            <p:cNvPr id="11" name="Shape 7"/>
            <p:cNvSpPr/>
            <p:nvPr/>
          </p:nvSpPr>
          <p:spPr>
            <a:xfrm>
              <a:off x="4329085" y="2051875"/>
              <a:ext cx="485775" cy="485775"/>
            </a:xfrm>
            <a:prstGeom prst="ellipse">
              <a:avLst/>
            </a:prstGeom>
            <a:solidFill>
              <a:srgbClr val="0669D5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grpSp>
          <p:nvGrpSpPr>
            <p:cNvPr id="46" name="그래픽 26">
              <a:extLst>
                <a:ext uri="{FF2B5EF4-FFF2-40B4-BE49-F238E27FC236}">
                  <a16:creationId xmlns:a16="http://schemas.microsoft.com/office/drawing/2014/main" id="{7066ED72-670F-0DD4-5E60-208A1C62055A}"/>
                </a:ext>
              </a:extLst>
            </p:cNvPr>
            <p:cNvGrpSpPr/>
            <p:nvPr/>
          </p:nvGrpSpPr>
          <p:grpSpPr>
            <a:xfrm>
              <a:off x="4470336" y="2188797"/>
              <a:ext cx="202406" cy="202406"/>
              <a:chOff x="1163292" y="2232136"/>
              <a:chExt cx="202406" cy="202406"/>
            </a:xfrm>
            <a:noFill/>
          </p:grpSpPr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19AB238-FCF5-ECFB-F4AA-8DBA40D60DCD}"/>
                  </a:ext>
                </a:extLst>
              </p:cNvPr>
              <p:cNvSpPr/>
              <p:nvPr/>
            </p:nvSpPr>
            <p:spPr>
              <a:xfrm>
                <a:off x="1163292" y="2232136"/>
                <a:ext cx="202406" cy="202406"/>
              </a:xfrm>
              <a:prstGeom prst="ellipse">
                <a:avLst/>
              </a:prstGeom>
              <a:noFill/>
              <a:ln w="20241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자유형: 도형 47">
                <a:extLst>
                  <a:ext uri="{FF2B5EF4-FFF2-40B4-BE49-F238E27FC236}">
                    <a16:creationId xmlns:a16="http://schemas.microsoft.com/office/drawing/2014/main" id="{A2E65AFB-36EC-524B-525C-003F84451C89}"/>
                  </a:ext>
                </a:extLst>
              </p:cNvPr>
              <p:cNvSpPr/>
              <p:nvPr/>
            </p:nvSpPr>
            <p:spPr>
              <a:xfrm>
                <a:off x="1224014" y="2353580"/>
                <a:ext cx="80962" cy="20240"/>
              </a:xfrm>
              <a:custGeom>
                <a:avLst/>
                <a:gdLst>
                  <a:gd name="csX0" fmla="*/ 0 w 80962"/>
                  <a:gd name="csY0" fmla="*/ -2 h 20240"/>
                  <a:gd name="csX1" fmla="*/ 40481 w 80962"/>
                  <a:gd name="csY1" fmla="*/ 20239 h 20240"/>
                  <a:gd name="csX2" fmla="*/ 80963 w 80962"/>
                  <a:gd name="csY2" fmla="*/ -2 h 20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80962" h="20240">
                    <a:moveTo>
                      <a:pt x="0" y="-2"/>
                    </a:moveTo>
                    <a:cubicBezTo>
                      <a:pt x="0" y="-2"/>
                      <a:pt x="15180" y="20239"/>
                      <a:pt x="40481" y="20239"/>
                    </a:cubicBezTo>
                    <a:cubicBezTo>
                      <a:pt x="65782" y="20239"/>
                      <a:pt x="80963" y="-2"/>
                      <a:pt x="80963" y="-2"/>
                    </a:cubicBezTo>
                  </a:path>
                </a:pathLst>
              </a:custGeom>
              <a:noFill/>
              <a:ln w="20241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9" name="자유형: 도형 48">
                <a:extLst>
                  <a:ext uri="{FF2B5EF4-FFF2-40B4-BE49-F238E27FC236}">
                    <a16:creationId xmlns:a16="http://schemas.microsoft.com/office/drawing/2014/main" id="{CEB652BB-A1DE-0431-DA87-2E495201784B}"/>
                  </a:ext>
                </a:extLst>
              </p:cNvPr>
              <p:cNvSpPr/>
              <p:nvPr/>
            </p:nvSpPr>
            <p:spPr>
              <a:xfrm>
                <a:off x="1234134" y="2302978"/>
                <a:ext cx="101" cy="20240"/>
              </a:xfrm>
              <a:custGeom>
                <a:avLst/>
                <a:gdLst>
                  <a:gd name="csX0" fmla="*/ 1 w 101"/>
                  <a:gd name="csY0" fmla="*/ 2 h 20240"/>
                  <a:gd name="csX1" fmla="*/ 103 w 101"/>
                  <a:gd name="csY1" fmla="*/ 2 h 20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1" h="20240">
                    <a:moveTo>
                      <a:pt x="1" y="2"/>
                    </a:moveTo>
                    <a:lnTo>
                      <a:pt x="103" y="2"/>
                    </a:lnTo>
                  </a:path>
                </a:pathLst>
              </a:custGeom>
              <a:ln w="20241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0" name="자유형: 도형 49">
                <a:extLst>
                  <a:ext uri="{FF2B5EF4-FFF2-40B4-BE49-F238E27FC236}">
                    <a16:creationId xmlns:a16="http://schemas.microsoft.com/office/drawing/2014/main" id="{63F51F65-DDB2-1319-8375-A148F95F02F3}"/>
                  </a:ext>
                </a:extLst>
              </p:cNvPr>
              <p:cNvSpPr/>
              <p:nvPr/>
            </p:nvSpPr>
            <p:spPr>
              <a:xfrm>
                <a:off x="1294856" y="2302978"/>
                <a:ext cx="101" cy="20240"/>
              </a:xfrm>
              <a:custGeom>
                <a:avLst/>
                <a:gdLst>
                  <a:gd name="csX0" fmla="*/ -2 w 101"/>
                  <a:gd name="csY0" fmla="*/ 2 h 20240"/>
                  <a:gd name="csX1" fmla="*/ 100 w 101"/>
                  <a:gd name="csY1" fmla="*/ 2 h 20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1" h="20240">
                    <a:moveTo>
                      <a:pt x="-2" y="2"/>
                    </a:moveTo>
                    <a:lnTo>
                      <a:pt x="100" y="2"/>
                    </a:lnTo>
                  </a:path>
                </a:pathLst>
              </a:custGeom>
              <a:ln w="20241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34318"/>
            <a:ext cx="4643438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ko-KR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04 · </a:t>
            </a:r>
            <a:r>
              <a:rPr lang="en-US" altLang="ko-KR" sz="750" b="1" dirty="0" err="1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정책</a:t>
            </a:r>
            <a:r>
              <a:rPr lang="en-US" altLang="ko-KR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altLang="ko-KR" sz="750" b="1" dirty="0" err="1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수립</a:t>
            </a:r>
            <a:r>
              <a:rPr lang="en-US" altLang="ko-KR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및 </a:t>
            </a:r>
            <a:r>
              <a:rPr lang="en-US" altLang="ko-KR" sz="750" b="1" dirty="0" err="1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기능</a:t>
            </a:r>
            <a:r>
              <a:rPr lang="en-US" altLang="ko-KR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altLang="ko-KR" sz="750" b="1" dirty="0" err="1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흐름</a:t>
            </a:r>
            <a:endParaRPr lang="en-US" altLang="ko-KR" sz="750" dirty="0"/>
          </a:p>
        </p:txBody>
      </p:sp>
      <p:sp>
        <p:nvSpPr>
          <p:cNvPr id="4" name="Text 1"/>
          <p:cNvSpPr/>
          <p:nvPr/>
        </p:nvSpPr>
        <p:spPr>
          <a:xfrm>
            <a:off x="571500" y="721206"/>
            <a:ext cx="4643438" cy="3038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ko-KR" altLang="en-US" sz="210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마진율</a:t>
            </a:r>
            <a:r>
              <a:rPr lang="en-US" sz="210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, </a:t>
            </a:r>
            <a:r>
              <a:rPr lang="ko-KR" altLang="en-US" sz="210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수수료율로만 계산합니다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000750" y="946907"/>
            <a:ext cx="2571750" cy="330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24000"/>
              </a:lnSpc>
            </a:pP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시스템은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백엔드에서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수식을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처리하고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</a:p>
          <a:p>
            <a:pPr>
              <a:lnSpc>
                <a:spcPct val="124000"/>
              </a:lnSpc>
            </a:pP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화면에는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판매가와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기준을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보여줍니다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altLang="ko-KR" sz="900" dirty="0"/>
          </a:p>
        </p:txBody>
      </p:sp>
      <p:sp>
        <p:nvSpPr>
          <p:cNvPr id="6" name="Shape 3"/>
          <p:cNvSpPr/>
          <p:nvPr/>
        </p:nvSpPr>
        <p:spPr>
          <a:xfrm>
            <a:off x="571500" y="1480165"/>
            <a:ext cx="7700962" cy="2294302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 dirty="0"/>
          </a:p>
        </p:txBody>
      </p:sp>
      <p:sp>
        <p:nvSpPr>
          <p:cNvPr id="7" name="Shape 4"/>
          <p:cNvSpPr/>
          <p:nvPr/>
        </p:nvSpPr>
        <p:spPr>
          <a:xfrm>
            <a:off x="871538" y="1751627"/>
            <a:ext cx="1080492" cy="228600"/>
          </a:xfrm>
          <a:prstGeom prst="roundRect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94" y="1819493"/>
            <a:ext cx="69652" cy="928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5495" y="1815914"/>
            <a:ext cx="663643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최종 판매가 계산식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871537" y="2105613"/>
            <a:ext cx="7051085" cy="842963"/>
          </a:xfrm>
          <a:prstGeom prst="rect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2612506" y="2423219"/>
            <a:ext cx="840808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5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최종 판매가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661019" y="2411678"/>
            <a:ext cx="117020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=</a:t>
            </a:r>
            <a:endParaRPr lang="en-US" sz="1500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E2B9C46-4FF5-4D23-54A5-99F5B4A4032B}"/>
              </a:ext>
            </a:extLst>
          </p:cNvPr>
          <p:cNvGrpSpPr/>
          <p:nvPr/>
        </p:nvGrpSpPr>
        <p:grpSpPr>
          <a:xfrm>
            <a:off x="1439027" y="3081809"/>
            <a:ext cx="1904934" cy="491131"/>
            <a:chOff x="864392" y="3081809"/>
            <a:chExt cx="1904934" cy="491131"/>
          </a:xfrm>
        </p:grpSpPr>
        <p:sp>
          <p:nvSpPr>
            <p:cNvPr id="16" name="Shape 12"/>
            <p:cNvSpPr/>
            <p:nvPr/>
          </p:nvSpPr>
          <p:spPr>
            <a:xfrm>
              <a:off x="864392" y="3081809"/>
              <a:ext cx="1904934" cy="491131"/>
            </a:xfrm>
            <a:prstGeom prst="rect">
              <a:avLst/>
            </a:prstGeom>
            <a:solidFill>
              <a:srgbClr val="F4FBFC"/>
            </a:solidFill>
            <a:ln w="9144">
              <a:solidFill>
                <a:srgbClr val="D8EEF3"/>
              </a:solidFill>
              <a:prstDash val="solid"/>
            </a:ln>
          </p:spPr>
          <p:txBody>
            <a:bodyPr anchor="ctr"/>
            <a:lstStyle/>
            <a:p>
              <a:endParaRPr lang="ko-KR" altLang="en-US"/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1E7FB1F1-EA5F-DC2A-7C90-3F2F5B6C1336}"/>
                </a:ext>
              </a:extLst>
            </p:cNvPr>
            <p:cNvGrpSpPr/>
            <p:nvPr/>
          </p:nvGrpSpPr>
          <p:grpSpPr>
            <a:xfrm>
              <a:off x="977144" y="3189933"/>
              <a:ext cx="270458" cy="270458"/>
              <a:chOff x="1007267" y="3204732"/>
              <a:chExt cx="342900" cy="342900"/>
            </a:xfrm>
          </p:grpSpPr>
          <p:sp>
            <p:nvSpPr>
              <p:cNvPr id="17" name="Shape 13"/>
              <p:cNvSpPr/>
              <p:nvPr/>
            </p:nvSpPr>
            <p:spPr>
              <a:xfrm>
                <a:off x="1007267" y="3204732"/>
                <a:ext cx="342900" cy="342900"/>
              </a:xfrm>
              <a:prstGeom prst="ellipse">
                <a:avLst/>
              </a:prstGeom>
              <a:solidFill>
                <a:srgbClr val="0669D5"/>
              </a:solidFill>
              <a:ln/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18" name="Text 14"/>
              <p:cNvSpPr/>
              <p:nvPr/>
            </p:nvSpPr>
            <p:spPr>
              <a:xfrm>
                <a:off x="1142914" y="3307518"/>
                <a:ext cx="88166" cy="1538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Noto Sans KR Black" pitchFamily="34" charset="0"/>
                    <a:ea typeface="Noto Sans KR Black" pitchFamily="34" charset="-122"/>
                    <a:cs typeface="Noto Sans KR Black" pitchFamily="34" charset="-120"/>
                  </a:rPr>
                  <a:t>P</a:t>
                </a:r>
                <a:endParaRPr lang="en-US" sz="1000" dirty="0"/>
              </a:p>
            </p:txBody>
          </p:sp>
        </p:grpSp>
        <p:sp>
          <p:nvSpPr>
            <p:cNvPr id="19" name="Text 15"/>
            <p:cNvSpPr/>
            <p:nvPr/>
          </p:nvSpPr>
          <p:spPr>
            <a:xfrm>
              <a:off x="1333327" y="3185216"/>
              <a:ext cx="1181273" cy="1384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ko-KR" altLang="en-US" sz="900" b="1" dirty="0" err="1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사방넷</a:t>
              </a:r>
              <a:r>
                <a:rPr lang="en-US" sz="900" b="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 </a:t>
              </a:r>
              <a:r>
                <a:rPr lang="ko-KR" altLang="en-US" sz="900" b="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상품 판매가 </a:t>
              </a:r>
              <a:r>
                <a:rPr lang="en-US" altLang="ko-KR" sz="900" b="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(</a:t>
              </a:r>
              <a:r>
                <a:rPr lang="ko-KR" altLang="en-US" sz="900" b="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원</a:t>
              </a:r>
              <a:r>
                <a:rPr lang="en-US" altLang="ko-KR" sz="900" b="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)</a:t>
              </a:r>
              <a:endParaRPr lang="en-US" sz="900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1333327" y="3385211"/>
              <a:ext cx="995465" cy="102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ko-KR" altLang="en-US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사방넷</a:t>
              </a:r>
              <a:r>
                <a:rPr lang="ko-KR" altLang="en-US" sz="6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상품에 입력한 </a:t>
              </a:r>
              <a:r>
                <a:rPr lang="en-US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판매</a:t>
              </a:r>
              <a:r>
                <a:rPr lang="ko-KR" altLang="en-US" sz="6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</a:t>
              </a:r>
              <a:endParaRPr lang="en-US" sz="65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BF9669-D072-0D0B-C0F1-CD25CAB77169}"/>
                  </a:ext>
                </a:extLst>
              </p:cNvPr>
              <p:cNvSpPr txBox="1"/>
              <p:nvPr/>
            </p:nvSpPr>
            <p:spPr>
              <a:xfrm>
                <a:off x="3985744" y="2233585"/>
                <a:ext cx="1268039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dirty="0"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BF9669-D072-0D0B-C0F1-CD25CAB77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744" y="2233585"/>
                <a:ext cx="1268039" cy="576761"/>
              </a:xfrm>
              <a:prstGeom prst="rect">
                <a:avLst/>
              </a:prstGeom>
              <a:blipFill>
                <a:blip r:embed="rId5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그룹 77">
            <a:extLst>
              <a:ext uri="{FF2B5EF4-FFF2-40B4-BE49-F238E27FC236}">
                <a16:creationId xmlns:a16="http://schemas.microsoft.com/office/drawing/2014/main" id="{1E3829E3-19DB-F992-EDCD-FCA1965CCE29}"/>
              </a:ext>
            </a:extLst>
          </p:cNvPr>
          <p:cNvGrpSpPr/>
          <p:nvPr/>
        </p:nvGrpSpPr>
        <p:grpSpPr>
          <a:xfrm>
            <a:off x="3526558" y="3081809"/>
            <a:ext cx="1904934" cy="491131"/>
            <a:chOff x="864392" y="3081809"/>
            <a:chExt cx="1904934" cy="491131"/>
          </a:xfrm>
        </p:grpSpPr>
        <p:sp>
          <p:nvSpPr>
            <p:cNvPr id="79" name="Shape 12">
              <a:extLst>
                <a:ext uri="{FF2B5EF4-FFF2-40B4-BE49-F238E27FC236}">
                  <a16:creationId xmlns:a16="http://schemas.microsoft.com/office/drawing/2014/main" id="{0DF59B31-20DA-DAFB-C207-0E5940BD398D}"/>
                </a:ext>
              </a:extLst>
            </p:cNvPr>
            <p:cNvSpPr/>
            <p:nvPr/>
          </p:nvSpPr>
          <p:spPr>
            <a:xfrm>
              <a:off x="864392" y="3081809"/>
              <a:ext cx="1904934" cy="491131"/>
            </a:xfrm>
            <a:prstGeom prst="rect">
              <a:avLst/>
            </a:prstGeom>
            <a:solidFill>
              <a:srgbClr val="F4FBFC"/>
            </a:solidFill>
            <a:ln w="9144">
              <a:solidFill>
                <a:srgbClr val="D8EEF3"/>
              </a:solidFill>
              <a:prstDash val="solid"/>
            </a:ln>
          </p:spPr>
          <p:txBody>
            <a:bodyPr anchor="ctr"/>
            <a:lstStyle/>
            <a:p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D4644CC8-FC53-7B2C-72F0-D7739AD56EC6}"/>
                </a:ext>
              </a:extLst>
            </p:cNvPr>
            <p:cNvGrpSpPr/>
            <p:nvPr/>
          </p:nvGrpSpPr>
          <p:grpSpPr>
            <a:xfrm>
              <a:off x="977144" y="3189933"/>
              <a:ext cx="270458" cy="270458"/>
              <a:chOff x="1007267" y="3204732"/>
              <a:chExt cx="342900" cy="342900"/>
            </a:xfrm>
          </p:grpSpPr>
          <p:sp>
            <p:nvSpPr>
              <p:cNvPr id="83" name="Shape 13">
                <a:extLst>
                  <a:ext uri="{FF2B5EF4-FFF2-40B4-BE49-F238E27FC236}">
                    <a16:creationId xmlns:a16="http://schemas.microsoft.com/office/drawing/2014/main" id="{C3935758-A2EA-F552-A437-00E9579C3D5E}"/>
                  </a:ext>
                </a:extLst>
              </p:cNvPr>
              <p:cNvSpPr/>
              <p:nvPr/>
            </p:nvSpPr>
            <p:spPr>
              <a:xfrm>
                <a:off x="1007267" y="3204732"/>
                <a:ext cx="342900" cy="342900"/>
              </a:xfrm>
              <a:prstGeom prst="ellipse">
                <a:avLst/>
              </a:prstGeom>
              <a:solidFill>
                <a:srgbClr val="0669D5"/>
              </a:solidFill>
              <a:ln/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84" name="Text 14">
                <a:extLst>
                  <a:ext uri="{FF2B5EF4-FFF2-40B4-BE49-F238E27FC236}">
                    <a16:creationId xmlns:a16="http://schemas.microsoft.com/office/drawing/2014/main" id="{73F37A32-F704-49A4-F844-DCB7AC015252}"/>
                  </a:ext>
                </a:extLst>
              </p:cNvPr>
              <p:cNvSpPr/>
              <p:nvPr/>
            </p:nvSpPr>
            <p:spPr>
              <a:xfrm>
                <a:off x="1107584" y="3286909"/>
                <a:ext cx="142267" cy="19510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Noto Sans KR Black" pitchFamily="34" charset="0"/>
                    <a:ea typeface="Noto Sans KR Black" pitchFamily="34" charset="-122"/>
                    <a:cs typeface="Noto Sans KR Black" pitchFamily="34" charset="-120"/>
                  </a:rPr>
                  <a:t>M</a:t>
                </a:r>
                <a:endParaRPr lang="en-US" sz="1000" dirty="0"/>
              </a:p>
            </p:txBody>
          </p:sp>
        </p:grpSp>
        <p:sp>
          <p:nvSpPr>
            <p:cNvPr id="81" name="Text 15">
              <a:extLst>
                <a:ext uri="{FF2B5EF4-FFF2-40B4-BE49-F238E27FC236}">
                  <a16:creationId xmlns:a16="http://schemas.microsoft.com/office/drawing/2014/main" id="{AACBAF48-9897-8137-9F50-EEEE7908FAD2}"/>
                </a:ext>
              </a:extLst>
            </p:cNvPr>
            <p:cNvSpPr/>
            <p:nvPr/>
          </p:nvSpPr>
          <p:spPr>
            <a:xfrm>
              <a:off x="1333327" y="3185216"/>
              <a:ext cx="1181273" cy="1384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900" b="1" dirty="0" err="1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희망</a:t>
              </a:r>
              <a:r>
                <a:rPr lang="en-US" altLang="ko-KR" sz="900" b="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 </a:t>
              </a:r>
              <a:r>
                <a:rPr lang="en-US" altLang="ko-KR" sz="900" b="1" dirty="0" err="1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마진율</a:t>
              </a:r>
              <a:r>
                <a:rPr lang="en-US" altLang="ko-KR" sz="900" b="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 (%)</a:t>
              </a:r>
              <a:endParaRPr lang="en-US" altLang="ko-KR" sz="900" dirty="0"/>
            </a:p>
          </p:txBody>
        </p:sp>
        <p:sp>
          <p:nvSpPr>
            <p:cNvPr id="82" name="Text 16">
              <a:extLst>
                <a:ext uri="{FF2B5EF4-FFF2-40B4-BE49-F238E27FC236}">
                  <a16:creationId xmlns:a16="http://schemas.microsoft.com/office/drawing/2014/main" id="{12CBC610-AB90-E771-E561-69737465E502}"/>
                </a:ext>
              </a:extLst>
            </p:cNvPr>
            <p:cNvSpPr/>
            <p:nvPr/>
          </p:nvSpPr>
          <p:spPr>
            <a:xfrm>
              <a:off x="1333327" y="3385211"/>
              <a:ext cx="1096454" cy="102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lang="en-US" altLang="ko-KR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셀러가</a:t>
              </a:r>
              <a:r>
                <a:rPr lang="en-US" altLang="ko-KR" sz="6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확보하고</a:t>
              </a:r>
              <a:r>
                <a:rPr lang="en-US" altLang="ko-KR" sz="6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싶은</a:t>
              </a:r>
              <a:r>
                <a:rPr lang="en-US" altLang="ko-KR" sz="6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목표</a:t>
              </a:r>
              <a:r>
                <a:rPr lang="en-US" altLang="ko-KR" sz="6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마진</a:t>
              </a:r>
              <a:endParaRPr lang="en-US" altLang="ko-KR" sz="650" dirty="0"/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74DD610C-6A68-38B1-3863-7A9AE324A432}"/>
              </a:ext>
            </a:extLst>
          </p:cNvPr>
          <p:cNvGrpSpPr/>
          <p:nvPr/>
        </p:nvGrpSpPr>
        <p:grpSpPr>
          <a:xfrm>
            <a:off x="5622917" y="3081809"/>
            <a:ext cx="1904934" cy="491131"/>
            <a:chOff x="864392" y="3081809"/>
            <a:chExt cx="1904934" cy="491131"/>
          </a:xfrm>
        </p:grpSpPr>
        <p:sp>
          <p:nvSpPr>
            <p:cNvPr id="86" name="Shape 12">
              <a:extLst>
                <a:ext uri="{FF2B5EF4-FFF2-40B4-BE49-F238E27FC236}">
                  <a16:creationId xmlns:a16="http://schemas.microsoft.com/office/drawing/2014/main" id="{9B7F224F-D0C2-E3BA-60AD-D88FBB83138B}"/>
                </a:ext>
              </a:extLst>
            </p:cNvPr>
            <p:cNvSpPr/>
            <p:nvPr/>
          </p:nvSpPr>
          <p:spPr>
            <a:xfrm>
              <a:off x="864392" y="3081809"/>
              <a:ext cx="1904934" cy="491131"/>
            </a:xfrm>
            <a:prstGeom prst="rect">
              <a:avLst/>
            </a:prstGeom>
            <a:solidFill>
              <a:srgbClr val="F4FBFC"/>
            </a:solidFill>
            <a:ln w="9144">
              <a:solidFill>
                <a:srgbClr val="D8EEF3"/>
              </a:solidFill>
              <a:prstDash val="solid"/>
            </a:ln>
          </p:spPr>
          <p:txBody>
            <a:bodyPr anchor="ctr"/>
            <a:lstStyle/>
            <a:p>
              <a:endParaRPr lang="ko-KR" altLang="en-US"/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3A76452A-512E-EDD6-42EF-A9B66C1E39DE}"/>
                </a:ext>
              </a:extLst>
            </p:cNvPr>
            <p:cNvGrpSpPr/>
            <p:nvPr/>
          </p:nvGrpSpPr>
          <p:grpSpPr>
            <a:xfrm>
              <a:off x="977144" y="3189933"/>
              <a:ext cx="270458" cy="270458"/>
              <a:chOff x="1007267" y="3204732"/>
              <a:chExt cx="342900" cy="342900"/>
            </a:xfrm>
          </p:grpSpPr>
          <p:sp>
            <p:nvSpPr>
              <p:cNvPr id="90" name="Shape 13">
                <a:extLst>
                  <a:ext uri="{FF2B5EF4-FFF2-40B4-BE49-F238E27FC236}">
                    <a16:creationId xmlns:a16="http://schemas.microsoft.com/office/drawing/2014/main" id="{4C03A3E4-37D4-A5D9-665D-4ACECE43D88E}"/>
                  </a:ext>
                </a:extLst>
              </p:cNvPr>
              <p:cNvSpPr/>
              <p:nvPr/>
            </p:nvSpPr>
            <p:spPr>
              <a:xfrm>
                <a:off x="1007267" y="3204732"/>
                <a:ext cx="342900" cy="342900"/>
              </a:xfrm>
              <a:prstGeom prst="ellipse">
                <a:avLst/>
              </a:prstGeom>
              <a:solidFill>
                <a:srgbClr val="0669D5"/>
              </a:solidFill>
              <a:ln/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91" name="Text 14">
                <a:extLst>
                  <a:ext uri="{FF2B5EF4-FFF2-40B4-BE49-F238E27FC236}">
                    <a16:creationId xmlns:a16="http://schemas.microsoft.com/office/drawing/2014/main" id="{53A989F1-7C27-4B45-69A2-CD3F1E0588B6}"/>
                  </a:ext>
                </a:extLst>
              </p:cNvPr>
              <p:cNvSpPr/>
              <p:nvPr/>
            </p:nvSpPr>
            <p:spPr>
              <a:xfrm>
                <a:off x="1124859" y="3286909"/>
                <a:ext cx="107716" cy="19510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Noto Sans KR Black" pitchFamily="34" charset="0"/>
                    <a:ea typeface="Noto Sans KR Black" pitchFamily="34" charset="-122"/>
                    <a:cs typeface="Noto Sans KR Black" pitchFamily="34" charset="-120"/>
                  </a:rPr>
                  <a:t>C</a:t>
                </a:r>
                <a:endParaRPr lang="en-US" sz="1000" dirty="0"/>
              </a:p>
            </p:txBody>
          </p:sp>
        </p:grpSp>
        <p:sp>
          <p:nvSpPr>
            <p:cNvPr id="88" name="Text 15">
              <a:extLst>
                <a:ext uri="{FF2B5EF4-FFF2-40B4-BE49-F238E27FC236}">
                  <a16:creationId xmlns:a16="http://schemas.microsoft.com/office/drawing/2014/main" id="{D6EDE7F9-AF30-D5DF-9FB5-D1A15F8BB612}"/>
                </a:ext>
              </a:extLst>
            </p:cNvPr>
            <p:cNvSpPr/>
            <p:nvPr/>
          </p:nvSpPr>
          <p:spPr>
            <a:xfrm>
              <a:off x="1333327" y="3185216"/>
              <a:ext cx="1181273" cy="1384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900" b="1" dirty="0" err="1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쇼핑몰</a:t>
              </a:r>
              <a:r>
                <a:rPr lang="en-US" altLang="ko-KR" sz="900" b="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 </a:t>
              </a:r>
              <a:r>
                <a:rPr lang="en-US" altLang="ko-KR" sz="900" b="1" dirty="0" err="1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수수료율</a:t>
              </a:r>
              <a:r>
                <a:rPr lang="en-US" altLang="ko-KR" sz="900" b="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 (%)</a:t>
              </a:r>
              <a:endParaRPr lang="en-US" altLang="ko-KR" sz="900" dirty="0"/>
            </a:p>
          </p:txBody>
        </p:sp>
        <p:sp>
          <p:nvSpPr>
            <p:cNvPr id="89" name="Text 16">
              <a:extLst>
                <a:ext uri="{FF2B5EF4-FFF2-40B4-BE49-F238E27FC236}">
                  <a16:creationId xmlns:a16="http://schemas.microsoft.com/office/drawing/2014/main" id="{4C25DD19-30BC-B212-6B6E-699F1710F1EF}"/>
                </a:ext>
              </a:extLst>
            </p:cNvPr>
            <p:cNvSpPr/>
            <p:nvPr/>
          </p:nvSpPr>
          <p:spPr>
            <a:xfrm>
              <a:off x="1333327" y="3385211"/>
              <a:ext cx="1096454" cy="102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>
                <a:lnSpc>
                  <a:spcPct val="108000"/>
                </a:lnSpc>
              </a:pPr>
              <a:r>
                <a:rPr lang="en-US" altLang="ko-KR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마켓</a:t>
              </a:r>
              <a:r>
                <a:rPr lang="en-US" altLang="ko-KR" sz="6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또는</a:t>
              </a:r>
              <a:r>
                <a:rPr lang="en-US" altLang="ko-KR" sz="6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카테고리</a:t>
              </a:r>
              <a:r>
                <a:rPr lang="en-US" altLang="ko-KR" sz="6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기준</a:t>
              </a:r>
              <a:r>
                <a:rPr lang="en-US" altLang="ko-KR" sz="6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6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수수료</a:t>
              </a:r>
              <a:endParaRPr lang="en-US" altLang="ko-KR" sz="650" dirty="0"/>
            </a:p>
          </p:txBody>
        </p:sp>
      </p:grpSp>
      <p:sp>
        <p:nvSpPr>
          <p:cNvPr id="106" name="Shape 24">
            <a:extLst>
              <a:ext uri="{FF2B5EF4-FFF2-40B4-BE49-F238E27FC236}">
                <a16:creationId xmlns:a16="http://schemas.microsoft.com/office/drawing/2014/main" id="{003B5350-33B5-7BDC-3C14-69CD9A99C572}"/>
              </a:ext>
            </a:extLst>
          </p:cNvPr>
          <p:cNvSpPr/>
          <p:nvPr/>
        </p:nvSpPr>
        <p:spPr>
          <a:xfrm>
            <a:off x="571500" y="3929092"/>
            <a:ext cx="7700962" cy="858055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07" name="Text 25">
            <a:extLst>
              <a:ext uri="{FF2B5EF4-FFF2-40B4-BE49-F238E27FC236}">
                <a16:creationId xmlns:a16="http://schemas.microsoft.com/office/drawing/2014/main" id="{BDB08926-CC6C-852C-50AB-BDF315659968}"/>
              </a:ext>
            </a:extLst>
          </p:cNvPr>
          <p:cNvSpPr/>
          <p:nvPr/>
        </p:nvSpPr>
        <p:spPr>
          <a:xfrm>
            <a:off x="933636" y="4303489"/>
            <a:ext cx="624145" cy="1263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800" b="1" kern="0" spc="-1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마진 계산 예시</a:t>
            </a:r>
            <a:endParaRPr lang="en-US" sz="800" dirty="0"/>
          </a:p>
        </p:txBody>
      </p:sp>
      <p:sp>
        <p:nvSpPr>
          <p:cNvPr id="108" name="Shape 28">
            <a:extLst>
              <a:ext uri="{FF2B5EF4-FFF2-40B4-BE49-F238E27FC236}">
                <a16:creationId xmlns:a16="http://schemas.microsoft.com/office/drawing/2014/main" id="{EB811213-7967-2C53-7280-02D8142AC439}"/>
              </a:ext>
            </a:extLst>
          </p:cNvPr>
          <p:cNvSpPr/>
          <p:nvPr/>
        </p:nvSpPr>
        <p:spPr>
          <a:xfrm>
            <a:off x="3995493" y="4126307"/>
            <a:ext cx="2119716" cy="512260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C8F30C68-9D99-8AE5-712A-174F114F88E6}"/>
              </a:ext>
            </a:extLst>
          </p:cNvPr>
          <p:cNvGrpSpPr/>
          <p:nvPr/>
        </p:nvGrpSpPr>
        <p:grpSpPr>
          <a:xfrm>
            <a:off x="1984497" y="4126307"/>
            <a:ext cx="1434688" cy="512260"/>
            <a:chOff x="1997559" y="4197427"/>
            <a:chExt cx="1434688" cy="512260"/>
          </a:xfrm>
        </p:grpSpPr>
        <p:sp>
          <p:nvSpPr>
            <p:cNvPr id="110" name="Text 30">
              <a:extLst>
                <a:ext uri="{FF2B5EF4-FFF2-40B4-BE49-F238E27FC236}">
                  <a16:creationId xmlns:a16="http://schemas.microsoft.com/office/drawing/2014/main" id="{025CEFA1-7362-BC39-2341-16DB3B16FD05}"/>
                </a:ext>
              </a:extLst>
            </p:cNvPr>
            <p:cNvSpPr/>
            <p:nvPr/>
          </p:nvSpPr>
          <p:spPr>
            <a:xfrm>
              <a:off x="1997559" y="4197427"/>
              <a:ext cx="1434688" cy="1231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72000" indent="-108000" algn="l">
                <a:buFont typeface="Arial" panose="020B0604020202020204" pitchFamily="34" charset="0"/>
                <a:buChar char="•"/>
              </a:pPr>
              <a:r>
                <a:rPr lang="ko-KR" altLang="en-US" sz="800" b="1" dirty="0" err="1">
                  <a:solidFill>
                    <a:srgbClr val="1E2A3A"/>
                  </a:solidFill>
                  <a:latin typeface="Noto Sans KR ExtraBold" pitchFamily="34" charset="0"/>
                  <a:ea typeface="Noto Sans KR ExtraBold" pitchFamily="34" charset="-122"/>
                  <a:cs typeface="Noto Sans KR ExtraBold" pitchFamily="34" charset="-120"/>
                </a:rPr>
                <a:t>사방넷</a:t>
              </a:r>
              <a:r>
                <a:rPr lang="ko-KR" altLang="en-US" sz="800" b="1" dirty="0">
                  <a:solidFill>
                    <a:srgbClr val="1E2A3A"/>
                  </a:solidFill>
                  <a:latin typeface="Noto Sans KR ExtraBold" pitchFamily="34" charset="0"/>
                  <a:ea typeface="Noto Sans KR ExtraBold" pitchFamily="34" charset="-122"/>
                  <a:cs typeface="Noto Sans KR ExtraBold" pitchFamily="34" charset="-120"/>
                </a:rPr>
                <a:t> 상품 판매가 </a:t>
              </a:r>
              <a:r>
                <a:rPr lang="en-US" altLang="ko-KR" sz="800" b="1" dirty="0">
                  <a:solidFill>
                    <a:srgbClr val="1E2A3A"/>
                  </a:solidFill>
                  <a:latin typeface="Noto Sans KR ExtraBold" pitchFamily="34" charset="0"/>
                  <a:ea typeface="Noto Sans KR ExtraBold" pitchFamily="34" charset="-122"/>
                  <a:cs typeface="Noto Sans KR ExtraBold" pitchFamily="34" charset="-120"/>
                </a:rPr>
                <a:t>: 10,000</a:t>
              </a:r>
              <a:r>
                <a:rPr lang="ko-KR" altLang="en-US" sz="800" b="1" dirty="0">
                  <a:solidFill>
                    <a:srgbClr val="1E2A3A"/>
                  </a:solidFill>
                  <a:latin typeface="Noto Sans KR ExtraBold" pitchFamily="34" charset="0"/>
                  <a:ea typeface="Noto Sans KR ExtraBold" pitchFamily="34" charset="-122"/>
                  <a:cs typeface="Noto Sans KR ExtraBold" pitchFamily="34" charset="-120"/>
                </a:rPr>
                <a:t>원</a:t>
              </a:r>
              <a:endParaRPr lang="en-US" sz="800" dirty="0"/>
            </a:p>
          </p:txBody>
        </p:sp>
        <p:sp>
          <p:nvSpPr>
            <p:cNvPr id="123" name="Text 30">
              <a:extLst>
                <a:ext uri="{FF2B5EF4-FFF2-40B4-BE49-F238E27FC236}">
                  <a16:creationId xmlns:a16="http://schemas.microsoft.com/office/drawing/2014/main" id="{687245EF-6083-F542-BE07-C0E6D3E6B81C}"/>
                </a:ext>
              </a:extLst>
            </p:cNvPr>
            <p:cNvSpPr/>
            <p:nvPr/>
          </p:nvSpPr>
          <p:spPr>
            <a:xfrm>
              <a:off x="1997559" y="4380841"/>
              <a:ext cx="896079" cy="1231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72000" indent="-108000" algn="l"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solidFill>
                    <a:srgbClr val="1E2A3A"/>
                  </a:solidFill>
                  <a:latin typeface="Noto Sans KR ExtraBold" pitchFamily="34" charset="0"/>
                  <a:ea typeface="Noto Sans KR ExtraBold" pitchFamily="34" charset="-122"/>
                  <a:cs typeface="Noto Sans KR ExtraBold" pitchFamily="34" charset="-120"/>
                </a:rPr>
                <a:t>희망 마진율 </a:t>
              </a:r>
              <a:r>
                <a:rPr lang="en-US" altLang="ko-KR" sz="800" b="1" dirty="0">
                  <a:solidFill>
                    <a:srgbClr val="1E2A3A"/>
                  </a:solidFill>
                  <a:latin typeface="Noto Sans KR ExtraBold" pitchFamily="34" charset="0"/>
                  <a:ea typeface="Noto Sans KR ExtraBold" pitchFamily="34" charset="-122"/>
                  <a:cs typeface="Noto Sans KR ExtraBold" pitchFamily="34" charset="-120"/>
                </a:rPr>
                <a:t>: 15%</a:t>
              </a:r>
              <a:endParaRPr lang="en-US" sz="800" dirty="0"/>
            </a:p>
          </p:txBody>
        </p:sp>
        <p:sp>
          <p:nvSpPr>
            <p:cNvPr id="124" name="Text 30">
              <a:extLst>
                <a:ext uri="{FF2B5EF4-FFF2-40B4-BE49-F238E27FC236}">
                  <a16:creationId xmlns:a16="http://schemas.microsoft.com/office/drawing/2014/main" id="{EEA86F72-EB36-AFD2-C277-A1C22BD36C13}"/>
                </a:ext>
              </a:extLst>
            </p:cNvPr>
            <p:cNvSpPr/>
            <p:nvPr/>
          </p:nvSpPr>
          <p:spPr>
            <a:xfrm>
              <a:off x="1997559" y="4586576"/>
              <a:ext cx="1049967" cy="1231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72000" indent="-108000" algn="l"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solidFill>
                    <a:srgbClr val="1E2A3A"/>
                  </a:solidFill>
                  <a:latin typeface="Noto Sans KR ExtraBold" pitchFamily="34" charset="0"/>
                  <a:ea typeface="Noto Sans KR ExtraBold" pitchFamily="34" charset="-122"/>
                  <a:cs typeface="Noto Sans KR ExtraBold" pitchFamily="34" charset="-120"/>
                </a:rPr>
                <a:t>쇼핑몰 수수료율 </a:t>
              </a:r>
              <a:r>
                <a:rPr lang="en-US" altLang="ko-KR" sz="800" b="1" dirty="0">
                  <a:solidFill>
                    <a:srgbClr val="1E2A3A"/>
                  </a:solidFill>
                  <a:latin typeface="Noto Sans KR ExtraBold" pitchFamily="34" charset="0"/>
                  <a:ea typeface="Noto Sans KR ExtraBold" pitchFamily="34" charset="-122"/>
                  <a:cs typeface="Noto Sans KR ExtraBold" pitchFamily="34" charset="-120"/>
                </a:rPr>
                <a:t>: 8%</a:t>
              </a:r>
              <a:endParaRPr lang="en-US" sz="8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D62C907-E9C0-3D87-8108-F1516549330C}"/>
                  </a:ext>
                </a:extLst>
              </p:cNvPr>
              <p:cNvSpPr txBox="1"/>
              <p:nvPr/>
            </p:nvSpPr>
            <p:spPr>
              <a:xfrm>
                <a:off x="4174422" y="4187131"/>
                <a:ext cx="1777731" cy="34317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10,000×(1+0.15)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(1−0.08)</m:t>
                        </m:r>
                      </m:den>
                    </m:f>
                  </m:oMath>
                </a14:m>
                <a:r>
                  <a:rPr lang="ko-KR" altLang="en-US" sz="1400" dirty="0">
                    <a:latin typeface="Cambria Math" panose="02040503050406030204" pitchFamily="18" charset="0"/>
                    <a:ea typeface="Noto Sans KR Black" panose="020B0200000000000000" pitchFamily="50" charset="-127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12,500</a:t>
                </a:r>
                <a:endParaRPr lang="ko-KR" altLang="en-US" sz="1400" dirty="0">
                  <a:latin typeface="Cambria Math" panose="02040503050406030204" pitchFamily="18" charset="0"/>
                  <a:ea typeface="Noto Sans KR Black" panose="020B0200000000000000" pitchFamily="50" charset="-127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D62C907-E9C0-3D87-8108-F15165493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422" y="4187131"/>
                <a:ext cx="1777731" cy="343171"/>
              </a:xfrm>
              <a:prstGeom prst="rect">
                <a:avLst/>
              </a:prstGeom>
              <a:blipFill>
                <a:blip r:embed="rId6"/>
                <a:stretch>
                  <a:fillRect l="-2405" t="-3571" r="-7216" b="-19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63CB0AEC-580F-878A-C3A3-90E6901763FB}"/>
              </a:ext>
            </a:extLst>
          </p:cNvPr>
          <p:cNvGrpSpPr/>
          <p:nvPr/>
        </p:nvGrpSpPr>
        <p:grpSpPr>
          <a:xfrm>
            <a:off x="6640080" y="4126307"/>
            <a:ext cx="1282542" cy="512260"/>
            <a:chOff x="6640080" y="4126307"/>
            <a:chExt cx="1282542" cy="512260"/>
          </a:xfrm>
        </p:grpSpPr>
        <p:sp>
          <p:nvSpPr>
            <p:cNvPr id="56" name="Shape 25">
              <a:extLst>
                <a:ext uri="{FF2B5EF4-FFF2-40B4-BE49-F238E27FC236}">
                  <a16:creationId xmlns:a16="http://schemas.microsoft.com/office/drawing/2014/main" id="{B8B75FA5-3BAD-5BE2-3664-F16EAB360A6D}"/>
                </a:ext>
              </a:extLst>
            </p:cNvPr>
            <p:cNvSpPr/>
            <p:nvPr/>
          </p:nvSpPr>
          <p:spPr>
            <a:xfrm>
              <a:off x="6640080" y="4126307"/>
              <a:ext cx="1282542" cy="512260"/>
            </a:xfrm>
            <a:prstGeom prst="rect">
              <a:avLst/>
            </a:prstGeom>
            <a:solidFill>
              <a:srgbClr val="0669D5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57" name="Text 26">
              <a:extLst>
                <a:ext uri="{FF2B5EF4-FFF2-40B4-BE49-F238E27FC236}">
                  <a16:creationId xmlns:a16="http://schemas.microsoft.com/office/drawing/2014/main" id="{117625BA-DAF3-AF4D-0BDF-C98DB2555A95}"/>
                </a:ext>
              </a:extLst>
            </p:cNvPr>
            <p:cNvSpPr/>
            <p:nvPr/>
          </p:nvSpPr>
          <p:spPr>
            <a:xfrm>
              <a:off x="6811529" y="4243957"/>
              <a:ext cx="535403" cy="837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ko-KR" altLang="en-US" sz="85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최종 </a:t>
              </a:r>
              <a:r>
                <a:rPr lang="en-US" sz="850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판매가</a:t>
              </a:r>
              <a:endParaRPr lang="en-US" sz="850" dirty="0"/>
            </a:p>
          </p:txBody>
        </p:sp>
        <p:sp>
          <p:nvSpPr>
            <p:cNvPr id="58" name="Text 27">
              <a:extLst>
                <a:ext uri="{FF2B5EF4-FFF2-40B4-BE49-F238E27FC236}">
                  <a16:creationId xmlns:a16="http://schemas.microsoft.com/office/drawing/2014/main" id="{99385D2A-F1CF-C3D6-6B4A-6E95B5BEA859}"/>
                </a:ext>
              </a:extLst>
            </p:cNvPr>
            <p:cNvSpPr/>
            <p:nvPr/>
          </p:nvSpPr>
          <p:spPr>
            <a:xfrm>
              <a:off x="6828474" y="4418668"/>
              <a:ext cx="593111" cy="1083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Noto Sans KR Bold" pitchFamily="34" charset="0"/>
                  <a:ea typeface="Noto Sans KR Bold" pitchFamily="34" charset="-122"/>
                  <a:cs typeface="Noto Sans KR Bold" pitchFamily="34" charset="-120"/>
                </a:rPr>
                <a:t>12,500원</a:t>
              </a:r>
              <a:endParaRPr lang="en-US" sz="1100" dirty="0"/>
            </a:p>
          </p:txBody>
        </p:sp>
      </p:grpSp>
      <p:sp>
        <p:nvSpPr>
          <p:cNvPr id="142" name="Text 11">
            <a:extLst>
              <a:ext uri="{FF2B5EF4-FFF2-40B4-BE49-F238E27FC236}">
                <a16:creationId xmlns:a16="http://schemas.microsoft.com/office/drawing/2014/main" id="{E1DD506F-C892-620B-B1E8-593168E775C7}"/>
              </a:ext>
            </a:extLst>
          </p:cNvPr>
          <p:cNvSpPr/>
          <p:nvPr/>
        </p:nvSpPr>
        <p:spPr>
          <a:xfrm>
            <a:off x="3662329" y="4249418"/>
            <a:ext cx="56105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›</a:t>
            </a:r>
            <a:endParaRPr lang="en-US" sz="1300" dirty="0"/>
          </a:p>
        </p:txBody>
      </p:sp>
      <p:sp>
        <p:nvSpPr>
          <p:cNvPr id="143" name="Text 11">
            <a:extLst>
              <a:ext uri="{FF2B5EF4-FFF2-40B4-BE49-F238E27FC236}">
                <a16:creationId xmlns:a16="http://schemas.microsoft.com/office/drawing/2014/main" id="{85A14AD3-B851-A237-BFEF-2F04812E6385}"/>
              </a:ext>
            </a:extLst>
          </p:cNvPr>
          <p:cNvSpPr/>
          <p:nvPr/>
        </p:nvSpPr>
        <p:spPr>
          <a:xfrm>
            <a:off x="6317501" y="4249418"/>
            <a:ext cx="56105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›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12E2F2F0-71FF-2567-FE90-6D6E36150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20030"/>
            <a:ext cx="4643438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04 · 정책 수립 및 기능 흐름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698038"/>
            <a:ext cx="4643438" cy="644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ko-KR" altLang="en-US" sz="22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기능</a:t>
            </a:r>
            <a:r>
              <a:rPr lang="en-US" sz="22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흐름은
4단계로 </a:t>
            </a:r>
            <a:r>
              <a:rPr lang="ko-KR" altLang="en-US" sz="2250" b="1" kern="0" spc="-2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진행됩</a:t>
            </a:r>
            <a:r>
              <a:rPr lang="en-US" sz="2250" b="1" kern="0" spc="-2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니다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857875" y="1008218"/>
            <a:ext cx="2714625" cy="330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24000"/>
              </a:lnSpc>
            </a:pP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시스템은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백엔드에서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수식을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처리하고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화면에는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판매가와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기준을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보여줍니다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altLang="ko-KR" sz="900" dirty="0"/>
          </a:p>
        </p:txBody>
      </p:sp>
      <p:sp>
        <p:nvSpPr>
          <p:cNvPr id="7" name="Shape 4"/>
          <p:cNvSpPr/>
          <p:nvPr/>
        </p:nvSpPr>
        <p:spPr>
          <a:xfrm>
            <a:off x="571500" y="1617309"/>
            <a:ext cx="8001000" cy="2168205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71525" y="1845909"/>
            <a:ext cx="1714500" cy="1727560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28688" y="2017359"/>
            <a:ext cx="407194" cy="200025"/>
          </a:xfrm>
          <a:prstGeom prst="roundRect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28688" y="2071205"/>
            <a:ext cx="417807" cy="92333"/>
          </a:xfrm>
          <a:prstGeom prst="rect">
            <a:avLst/>
          </a:prstGeom>
          <a:noFill/>
          <a:ln/>
        </p:spPr>
        <p:txBody>
          <a:bodyPr wrap="none" lIns="102108" tIns="0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사용자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928688" y="2360259"/>
            <a:ext cx="328613" cy="328613"/>
          </a:xfrm>
          <a:prstGeom prst="ellipse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28" y="2456699"/>
            <a:ext cx="135731" cy="13573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28688" y="2844902"/>
            <a:ext cx="1400175" cy="149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ko-KR" altLang="en-US" sz="10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사방넷</a:t>
            </a:r>
            <a:r>
              <a:rPr lang="ko-KR" alt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상품 </a:t>
            </a:r>
            <a:r>
              <a:rPr lang="en-US" sz="10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등록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28688" y="3180360"/>
            <a:ext cx="1400175" cy="221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사방넷 </a:t>
            </a:r>
            <a:r>
              <a:rPr lang="en-US" sz="6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미니에서</a:t>
            </a: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6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사방넷</a:t>
            </a:r>
            <a:r>
              <a:rPr lang="ko-KR" alt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상품을 먼저 등록합니다</a:t>
            </a:r>
            <a:r>
              <a:rPr lang="en-US" altLang="ko-KR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2579416" y="2510263"/>
            <a:ext cx="56105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›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728913" y="1845909"/>
            <a:ext cx="1714500" cy="1727560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2886075" y="2017359"/>
            <a:ext cx="407194" cy="200025"/>
          </a:xfrm>
          <a:prstGeom prst="roundRect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2886075" y="2071205"/>
            <a:ext cx="417807" cy="92333"/>
          </a:xfrm>
          <a:prstGeom prst="rect">
            <a:avLst/>
          </a:prstGeom>
          <a:noFill/>
          <a:ln/>
        </p:spPr>
        <p:txBody>
          <a:bodyPr wrap="none" lIns="102108" tIns="0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사용자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2886075" y="2360259"/>
            <a:ext cx="328613" cy="328613"/>
          </a:xfrm>
          <a:prstGeom prst="ellipse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482" y="2456699"/>
            <a:ext cx="101798" cy="13573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886075" y="2844902"/>
            <a:ext cx="1400175" cy="149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0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마진율</a:t>
            </a: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, </a:t>
            </a:r>
            <a:r>
              <a:rPr lang="en-US" sz="10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수수료율</a:t>
            </a: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입력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886075" y="3180360"/>
            <a:ext cx="1400175" cy="221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ko-KR" alt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쇼핑몰 부가정보에서 희망 마진율을 쇼핑몰 수수료율을 입력하여 저장합니다</a:t>
            </a:r>
            <a:r>
              <a:rPr lang="en-US" altLang="ko-KR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650" dirty="0"/>
          </a:p>
        </p:txBody>
      </p:sp>
      <p:sp>
        <p:nvSpPr>
          <p:cNvPr id="23" name="Text 18"/>
          <p:cNvSpPr/>
          <p:nvPr/>
        </p:nvSpPr>
        <p:spPr>
          <a:xfrm>
            <a:off x="4536804" y="2510263"/>
            <a:ext cx="56105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›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686300" y="1845909"/>
            <a:ext cx="1714500" cy="1727560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4843463" y="2017359"/>
            <a:ext cx="407194" cy="200025"/>
          </a:xfrm>
          <a:prstGeom prst="roundRect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4843463" y="2071205"/>
            <a:ext cx="417807" cy="92333"/>
          </a:xfrm>
          <a:prstGeom prst="rect">
            <a:avLst/>
          </a:prstGeom>
          <a:noFill/>
          <a:ln/>
        </p:spPr>
        <p:txBody>
          <a:bodyPr wrap="none" lIns="102108" tIns="0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사용자</a:t>
            </a:r>
            <a:endParaRPr lang="en-US" sz="600" dirty="0"/>
          </a:p>
        </p:txBody>
      </p:sp>
      <p:sp>
        <p:nvSpPr>
          <p:cNvPr id="27" name="Shape 22"/>
          <p:cNvSpPr/>
          <p:nvPr/>
        </p:nvSpPr>
        <p:spPr>
          <a:xfrm>
            <a:off x="4843463" y="2360259"/>
            <a:ext cx="328613" cy="328613"/>
          </a:xfrm>
          <a:prstGeom prst="ellipse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903" y="2456699"/>
            <a:ext cx="135731" cy="13573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43463" y="2844902"/>
            <a:ext cx="1400175" cy="149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ko-KR" altLang="en-US" sz="10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상품등록송신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843463" y="3180360"/>
            <a:ext cx="1400175" cy="221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6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쇼핑몰</a:t>
            </a: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6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</a:t>
            </a: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부가정보</a:t>
            </a: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</a:t>
            </a:r>
            <a:r>
              <a:rPr lang="en-US" sz="6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선택하고</a:t>
            </a: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6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즉시송신</a:t>
            </a: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실행합니다.</a:t>
            </a:r>
            <a:endParaRPr lang="en-US" sz="650" dirty="0"/>
          </a:p>
        </p:txBody>
      </p:sp>
      <p:sp>
        <p:nvSpPr>
          <p:cNvPr id="31" name="Text 25"/>
          <p:cNvSpPr/>
          <p:nvPr/>
        </p:nvSpPr>
        <p:spPr>
          <a:xfrm>
            <a:off x="6494191" y="2510263"/>
            <a:ext cx="56105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›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643688" y="1845909"/>
            <a:ext cx="1714500" cy="1727560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6800850" y="2017359"/>
            <a:ext cx="407194" cy="200025"/>
          </a:xfrm>
          <a:prstGeom prst="roundRect">
            <a:avLst/>
          </a:prstGeom>
          <a:solidFill>
            <a:srgbClr val="1E2A3A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6800850" y="2071205"/>
            <a:ext cx="417807" cy="92333"/>
          </a:xfrm>
          <a:prstGeom prst="rect">
            <a:avLst/>
          </a:prstGeom>
          <a:noFill/>
          <a:ln/>
        </p:spPr>
        <p:txBody>
          <a:bodyPr wrap="none" lIns="102108" tIns="0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시스템</a:t>
            </a:r>
            <a:endParaRPr lang="en-US" sz="600" dirty="0"/>
          </a:p>
        </p:txBody>
      </p:sp>
      <p:sp>
        <p:nvSpPr>
          <p:cNvPr id="35" name="Shape 29"/>
          <p:cNvSpPr/>
          <p:nvPr/>
        </p:nvSpPr>
        <p:spPr>
          <a:xfrm>
            <a:off x="6800850" y="2360259"/>
            <a:ext cx="328613" cy="328613"/>
          </a:xfrm>
          <a:prstGeom prst="ellipse">
            <a:avLst/>
          </a:prstGeom>
          <a:solidFill>
            <a:srgbClr val="1E2A3A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4257" y="2456699"/>
            <a:ext cx="101798" cy="13573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800850" y="2844902"/>
            <a:ext cx="1400175" cy="149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000" b="1" kern="0" spc="-1" dirty="0" err="1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판매가</a:t>
            </a:r>
            <a:r>
              <a:rPr 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ko-KR" altLang="en-US" sz="10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자동 계산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6800850" y="3180360"/>
            <a:ext cx="1400175" cy="221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산출 정책에 따라 </a:t>
            </a:r>
            <a:r>
              <a:rPr lang="en-US" sz="6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마켓별</a:t>
            </a: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65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판매가를</a:t>
            </a: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계산하여 상품에</a:t>
            </a:r>
            <a:r>
              <a:rPr lang="en-US" sz="6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반영합니다.</a:t>
            </a:r>
            <a:endParaRPr lang="en-US" sz="65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6DB75BF-2FA2-FEEB-992A-FE3CEB4B0BF3}"/>
              </a:ext>
            </a:extLst>
          </p:cNvPr>
          <p:cNvGrpSpPr/>
          <p:nvPr/>
        </p:nvGrpSpPr>
        <p:grpSpPr>
          <a:xfrm>
            <a:off x="571500" y="3928389"/>
            <a:ext cx="3786188" cy="1057275"/>
            <a:chOff x="571500" y="3928389"/>
            <a:chExt cx="3786188" cy="1057275"/>
          </a:xfrm>
        </p:grpSpPr>
        <p:sp>
          <p:nvSpPr>
            <p:cNvPr id="39" name="Shape 32"/>
            <p:cNvSpPr/>
            <p:nvPr/>
          </p:nvSpPr>
          <p:spPr>
            <a:xfrm>
              <a:off x="571500" y="3928389"/>
              <a:ext cx="3786188" cy="1057275"/>
            </a:xfrm>
            <a:prstGeom prst="rect">
              <a:avLst/>
            </a:prstGeom>
            <a:solidFill>
              <a:srgbClr val="1E2A3A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40" name="Text 33"/>
            <p:cNvSpPr/>
            <p:nvPr/>
          </p:nvSpPr>
          <p:spPr>
            <a:xfrm>
              <a:off x="785813" y="4145373"/>
              <a:ext cx="3357563" cy="1000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650" b="1" dirty="0" err="1">
                  <a:solidFill>
                    <a:srgbClr val="9EE6F2"/>
                  </a:solidFill>
                  <a:latin typeface="Noto Sans KR Black" pitchFamily="34" charset="0"/>
                  <a:ea typeface="Noto Sans KR Black" pitchFamily="34" charset="-122"/>
                </a:rPr>
                <a:t>Chech</a:t>
              </a:r>
              <a:r>
                <a:rPr lang="en-US" sz="650" b="1" dirty="0">
                  <a:solidFill>
                    <a:srgbClr val="9EE6F2"/>
                  </a:solidFill>
                  <a:latin typeface="Noto Sans KR Black" pitchFamily="34" charset="0"/>
                  <a:ea typeface="Noto Sans KR Black" pitchFamily="34" charset="-122"/>
                </a:rPr>
                <a:t> Point !</a:t>
              </a:r>
              <a:endParaRPr lang="en-US" sz="650" dirty="0"/>
            </a:p>
          </p:txBody>
        </p:sp>
        <p:sp>
          <p:nvSpPr>
            <p:cNvPr id="41" name="Text 34"/>
            <p:cNvSpPr/>
            <p:nvPr/>
          </p:nvSpPr>
          <p:spPr>
            <a:xfrm>
              <a:off x="771525" y="4372375"/>
              <a:ext cx="3357563" cy="4001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02400"/>
                </a:lnSpc>
              </a:pPr>
              <a:r>
                <a:rPr lang="ko-KR" altLang="en-US" sz="1300" b="1" kern="0" spc="-1" dirty="0">
                  <a:solidFill>
                    <a:schemeClr val="bg1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마진율</a:t>
              </a:r>
              <a:r>
                <a:rPr lang="en-US" altLang="ko-KR" sz="1300" b="1" kern="0" spc="-1" dirty="0">
                  <a:solidFill>
                    <a:schemeClr val="bg1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, </a:t>
              </a:r>
              <a:r>
                <a:rPr lang="ko-KR" altLang="en-US" sz="1300" b="1" kern="0" spc="-1" dirty="0">
                  <a:solidFill>
                    <a:schemeClr val="bg1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수수료율은 </a:t>
              </a:r>
              <a:endParaRPr lang="en-US" altLang="ko-KR" sz="1300" b="1" kern="0" spc="-1" dirty="0">
                <a:solidFill>
                  <a:schemeClr val="bg1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endParaRPr>
            </a:p>
            <a:p>
              <a:pPr>
                <a:lnSpc>
                  <a:spcPct val="102400"/>
                </a:lnSpc>
              </a:pPr>
              <a:r>
                <a:rPr lang="ko-KR" altLang="en-US" sz="1300" b="1" kern="0" spc="-1" dirty="0">
                  <a:solidFill>
                    <a:schemeClr val="bg1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쇼핑몰 부가정보에서 설정합니다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</p:grpSp>
      <p:sp>
        <p:nvSpPr>
          <p:cNvPr id="42" name="Text 35"/>
          <p:cNvSpPr/>
          <p:nvPr/>
        </p:nvSpPr>
        <p:spPr>
          <a:xfrm>
            <a:off x="4786313" y="4123639"/>
            <a:ext cx="250068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7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마진율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5786438" y="4119792"/>
            <a:ext cx="2786063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altLang="ko-KR" sz="750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0 </a:t>
            </a:r>
            <a:r>
              <a:rPr lang="ko-KR" altLang="en-US" sz="750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이상의 숫자 입력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4786313" y="4445462"/>
            <a:ext cx="333425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7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수수료율</a:t>
            </a: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5786438" y="4441615"/>
            <a:ext cx="2786063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altLang="ko-KR" sz="750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</a:rPr>
              <a:t>0~100 </a:t>
            </a:r>
            <a:r>
              <a:rPr lang="ko-KR" altLang="en-US" sz="750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</a:rPr>
              <a:t>까지의 숫자 입력</a:t>
            </a:r>
            <a:endParaRPr lang="en-US" sz="750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3B615E0F-1BC7-44CB-324F-CF1299210270}"/>
              </a:ext>
            </a:extLst>
          </p:cNvPr>
          <p:cNvCxnSpPr/>
          <p:nvPr/>
        </p:nvCxnSpPr>
        <p:spPr>
          <a:xfrm>
            <a:off x="4786313" y="4330337"/>
            <a:ext cx="378618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20030"/>
            <a:ext cx="457200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05 · 발생 리스크 및 대응 방안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859339"/>
            <a:ext cx="4572000" cy="310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ko-KR" altLang="en-US" sz="21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수수료 정책</a:t>
            </a:r>
            <a:r>
              <a:rPr lang="en-US" altLang="ko-KR" sz="21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ko-KR" altLang="en-US" sz="21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변동에 대응합니다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786438" y="926718"/>
            <a:ext cx="2786063" cy="330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 정책은 외부 </a:t>
            </a:r>
            <a:r>
              <a:rPr lang="en-US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변수이므로</a:t>
            </a: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명확한 </a:t>
            </a:r>
            <a:r>
              <a:rPr lang="en-US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안내로</a:t>
            </a: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사전에 대비합니다</a:t>
            </a:r>
            <a:r>
              <a:rPr lang="en-US" altLang="ko-KR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1500" y="1674261"/>
            <a:ext cx="3714750" cy="1121569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1357313" y="1968954"/>
            <a:ext cx="1722779" cy="164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ko-KR" altLang="en-US" sz="11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마켓</a:t>
            </a:r>
            <a:r>
              <a:rPr lang="en-US" altLang="ko-KR" sz="11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/</a:t>
            </a:r>
            <a:r>
              <a:rPr lang="ko-KR" altLang="en-US" sz="11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쇼핑몰</a:t>
            </a:r>
            <a:r>
              <a:rPr lang="en-US" sz="11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수수료 수시 변경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357313" y="2238164"/>
            <a:ext cx="2743200" cy="263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마켓 정책이 바뀌면 사용자가 설정한 마진 정보와 실제 수수료 기준 사이에 오차가 발생할 수 있습니다.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571500" y="2924417"/>
            <a:ext cx="3714750" cy="1121569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1357313" y="3219110"/>
            <a:ext cx="1506759" cy="164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10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카테고리별 수수료율 상이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357313" y="3421186"/>
            <a:ext cx="2743200" cy="3974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ko-KR" altLang="en-US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쇼핑몰 카테고리별로 수수료율을 책정함에 따라 사방넷에서 쇼핑몰 카테고리로 등록하게 될 경우 설정한 마진정보와 상이하여 실제 적용된 최종 판매가가 다를 수 있습니다</a:t>
            </a:r>
            <a:r>
              <a:rPr lang="en-US" altLang="ko-KR" sz="7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ko-KR" altLang="en-US" sz="750" dirty="0">
              <a:solidFill>
                <a:srgbClr val="5A667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714875" y="1674261"/>
            <a:ext cx="3857625" cy="2371725"/>
          </a:xfrm>
          <a:prstGeom prst="rect">
            <a:avLst/>
          </a:prstGeom>
          <a:solidFill>
            <a:srgbClr val="1E2A3A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4957763" y="1939787"/>
            <a:ext cx="569714" cy="214313"/>
          </a:xfrm>
          <a:prstGeom prst="roundRect">
            <a:avLst/>
          </a:prstGeom>
          <a:solidFill>
            <a:srgbClr val="9EE6F2">
              <a:alpha val="16000"/>
            </a:srgbClr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4957763" y="1996930"/>
            <a:ext cx="572401" cy="100027"/>
          </a:xfrm>
          <a:prstGeom prst="rect">
            <a:avLst/>
          </a:prstGeom>
          <a:noFill/>
          <a:ln/>
        </p:spPr>
        <p:txBody>
          <a:bodyPr wrap="none" lIns="119126" tIns="0" rIns="119126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9EE6F2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대응 체계</a:t>
            </a:r>
            <a:endParaRPr lang="en-US" sz="650" dirty="0"/>
          </a:p>
        </p:txBody>
      </p:sp>
      <p:sp>
        <p:nvSpPr>
          <p:cNvPr id="20" name="Text 15"/>
          <p:cNvSpPr/>
          <p:nvPr/>
        </p:nvSpPr>
        <p:spPr>
          <a:xfrm>
            <a:off x="4957763" y="2276489"/>
            <a:ext cx="2599109" cy="2112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400" b="1" kern="0" spc="-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사용자 </a:t>
            </a:r>
            <a:r>
              <a:rPr lang="en-US" sz="1400" b="1" kern="0" spc="-1" dirty="0" err="1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인지</a:t>
            </a:r>
            <a:r>
              <a:rPr lang="en-US" sz="1400" b="1" kern="0" spc="-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 </a:t>
            </a:r>
            <a:r>
              <a:rPr lang="ko-KR" altLang="en-US" sz="1400" b="1" kern="0" spc="-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및 추가 설정 방식 제공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957763" y="2638730"/>
            <a:ext cx="3371850" cy="3429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5072063" y="2703024"/>
            <a:ext cx="214313" cy="214313"/>
          </a:xfrm>
          <a:prstGeom prst="ellipse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5155976" y="2764014"/>
            <a:ext cx="46487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1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5414963" y="2750997"/>
            <a:ext cx="2205732" cy="1183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DDEAF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공지사항·얼럿·FAQ로 수수료 변동 가능성을 선제 안내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4957763" y="3135011"/>
            <a:ext cx="3371850" cy="6933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5072063" y="3199305"/>
            <a:ext cx="214313" cy="214313"/>
          </a:xfrm>
          <a:prstGeom prst="ellipse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5155976" y="3260295"/>
            <a:ext cx="46487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2</a:t>
            </a:r>
            <a:endParaRPr lang="en-US" sz="600" dirty="0"/>
          </a:p>
        </p:txBody>
      </p:sp>
      <p:sp>
        <p:nvSpPr>
          <p:cNvPr id="28" name="Text 23"/>
          <p:cNvSpPr/>
          <p:nvPr/>
        </p:nvSpPr>
        <p:spPr>
          <a:xfrm>
            <a:off x="5414963" y="3247278"/>
            <a:ext cx="2449388" cy="1183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750" b="1" dirty="0">
                <a:solidFill>
                  <a:srgbClr val="DDEAF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사방넷에서 </a:t>
            </a:r>
            <a:r>
              <a:rPr lang="en-US" sz="750" b="1" dirty="0" err="1">
                <a:solidFill>
                  <a:srgbClr val="DDEAF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쇼핑몰</a:t>
            </a:r>
            <a:r>
              <a:rPr lang="en-US" sz="750" b="1" dirty="0">
                <a:solidFill>
                  <a:srgbClr val="DDEAF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 카테고리 설정 시 별도 마진 설정 기능 제공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571500" y="4274587"/>
            <a:ext cx="8001000" cy="697464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7DF31A2-88E0-29A8-9067-F143BA72A7AD}"/>
              </a:ext>
            </a:extLst>
          </p:cNvPr>
          <p:cNvGrpSpPr/>
          <p:nvPr/>
        </p:nvGrpSpPr>
        <p:grpSpPr>
          <a:xfrm>
            <a:off x="1911658" y="4391104"/>
            <a:ext cx="5243728" cy="471488"/>
            <a:chOff x="1700768" y="4391104"/>
            <a:chExt cx="5243728" cy="471488"/>
          </a:xfrm>
        </p:grpSpPr>
        <p:sp>
          <p:nvSpPr>
            <p:cNvPr id="35" name="Shape 30"/>
            <p:cNvSpPr/>
            <p:nvPr/>
          </p:nvSpPr>
          <p:spPr>
            <a:xfrm>
              <a:off x="1700768" y="4391104"/>
              <a:ext cx="5243728" cy="471488"/>
            </a:xfrm>
            <a:prstGeom prst="rect">
              <a:avLst/>
            </a:prstGeom>
            <a:solidFill>
              <a:srgbClr val="F4FBFC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37" name="Text 32"/>
            <p:cNvSpPr/>
            <p:nvPr/>
          </p:nvSpPr>
          <p:spPr>
            <a:xfrm>
              <a:off x="1911658" y="4578550"/>
              <a:ext cx="4082849" cy="1077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ko-KR" altLang="en-US" sz="700" dirty="0">
                  <a:solidFill>
                    <a:srgbClr val="1E2A3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 ExtraBold" pitchFamily="34" charset="-120"/>
                </a:rPr>
                <a:t>구조적으로 제공이 가능한 경우</a:t>
              </a:r>
              <a:r>
                <a:rPr lang="en-US" altLang="ko-KR" sz="700" dirty="0">
                  <a:solidFill>
                    <a:srgbClr val="1E2A3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 ExtraBold" pitchFamily="34" charset="-120"/>
                </a:rPr>
                <a:t>, </a:t>
              </a:r>
              <a:r>
                <a:rPr lang="ko-KR" altLang="en-US" sz="700" dirty="0">
                  <a:solidFill>
                    <a:srgbClr val="1E2A3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 ExtraBold" pitchFamily="34" charset="-120"/>
                </a:rPr>
                <a:t>내부 수수료 </a:t>
              </a:r>
              <a:r>
                <a:rPr lang="en-US" altLang="ko-KR" sz="700" dirty="0">
                  <a:solidFill>
                    <a:srgbClr val="1E2A3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 ExtraBold" pitchFamily="34" charset="-120"/>
                </a:rPr>
                <a:t>DB </a:t>
              </a:r>
              <a:r>
                <a:rPr lang="ko-KR" altLang="en-US" sz="700" dirty="0">
                  <a:solidFill>
                    <a:srgbClr val="1E2A3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 ExtraBold" pitchFamily="34" charset="-120"/>
                </a:rPr>
                <a:t>자동 업데이트 스케줄러를 구축하는 방향으로 기능 확장 고려</a:t>
              </a:r>
            </a:p>
          </p:txBody>
        </p:sp>
      </p:grpSp>
      <p:sp>
        <p:nvSpPr>
          <p:cNvPr id="48" name="Text 25">
            <a:extLst>
              <a:ext uri="{FF2B5EF4-FFF2-40B4-BE49-F238E27FC236}">
                <a16:creationId xmlns:a16="http://schemas.microsoft.com/office/drawing/2014/main" id="{61B9F566-6630-265D-5400-4865DE18B8FF}"/>
              </a:ext>
            </a:extLst>
          </p:cNvPr>
          <p:cNvSpPr/>
          <p:nvPr/>
        </p:nvSpPr>
        <p:spPr>
          <a:xfrm>
            <a:off x="933636" y="4555141"/>
            <a:ext cx="590483" cy="1263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altLang="ko-KR" sz="800" b="1" kern="0" spc="-1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2</a:t>
            </a:r>
            <a:r>
              <a:rPr lang="ko-KR" altLang="en-US" sz="800" b="1" kern="0" spc="-1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차 기능 확장</a:t>
            </a:r>
            <a:endParaRPr lang="en-US" sz="8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1118B67-DC0A-8233-4A72-4888DD38ED44}"/>
              </a:ext>
            </a:extLst>
          </p:cNvPr>
          <p:cNvGrpSpPr/>
          <p:nvPr/>
        </p:nvGrpSpPr>
        <p:grpSpPr>
          <a:xfrm>
            <a:off x="5350011" y="3472039"/>
            <a:ext cx="2892761" cy="241092"/>
            <a:chOff x="5350011" y="3549413"/>
            <a:chExt cx="2892761" cy="241092"/>
          </a:xfrm>
        </p:grpSpPr>
        <p:sp>
          <p:nvSpPr>
            <p:cNvPr id="50" name="Text 23">
              <a:extLst>
                <a:ext uri="{FF2B5EF4-FFF2-40B4-BE49-F238E27FC236}">
                  <a16:creationId xmlns:a16="http://schemas.microsoft.com/office/drawing/2014/main" id="{16FEE1A3-59AC-13E9-C605-62712C54856E}"/>
                </a:ext>
              </a:extLst>
            </p:cNvPr>
            <p:cNvSpPr/>
            <p:nvPr/>
          </p:nvSpPr>
          <p:spPr>
            <a:xfrm>
              <a:off x="5547710" y="3549413"/>
              <a:ext cx="2695062" cy="2410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ko-KR" altLang="en-US" sz="750" b="1" i="1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Noto Sans KR Bold" pitchFamily="34" charset="0"/>
                  <a:ea typeface="Noto Sans KR Bold" pitchFamily="34" charset="-122"/>
                  <a:cs typeface="Noto Sans KR Bold" pitchFamily="34" charset="-120"/>
                </a:rPr>
                <a:t>쇼핑몰 카테고리 선택 시</a:t>
              </a:r>
              <a:r>
                <a:rPr lang="en-US" altLang="ko-KR" sz="750" b="1" i="1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Noto Sans KR Bold" pitchFamily="34" charset="0"/>
                  <a:ea typeface="Noto Sans KR Bold" pitchFamily="34" charset="-122"/>
                  <a:cs typeface="Noto Sans KR Bold" pitchFamily="34" charset="-120"/>
                </a:rPr>
                <a:t>, </a:t>
              </a:r>
              <a:r>
                <a:rPr lang="ko-KR" altLang="en-US" sz="750" b="1" i="1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Noto Sans KR Bold" pitchFamily="34" charset="0"/>
                  <a:ea typeface="Noto Sans KR Bold" pitchFamily="34" charset="-122"/>
                  <a:cs typeface="Noto Sans KR Bold" pitchFamily="34" charset="-120"/>
                </a:rPr>
                <a:t>부가정보에 등록한 정보는 반영되지 않는 정책을 그대로 따름</a:t>
              </a:r>
              <a:endParaRPr lang="en-US" altLang="ko-KR" sz="75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endParaRPr>
            </a:p>
          </p:txBody>
        </p:sp>
        <p:sp>
          <p:nvSpPr>
            <p:cNvPr id="51" name="Text 23">
              <a:extLst>
                <a:ext uri="{FF2B5EF4-FFF2-40B4-BE49-F238E27FC236}">
                  <a16:creationId xmlns:a16="http://schemas.microsoft.com/office/drawing/2014/main" id="{75CFB298-9F9F-519B-5CAE-E5AF2DFA5048}"/>
                </a:ext>
              </a:extLst>
            </p:cNvPr>
            <p:cNvSpPr/>
            <p:nvPr/>
          </p:nvSpPr>
          <p:spPr>
            <a:xfrm>
              <a:off x="5350011" y="3553517"/>
              <a:ext cx="214313" cy="116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108000"/>
                </a:lnSpc>
              </a:pPr>
              <a:r>
                <a:rPr lang="en-US" altLang="ko-KR" sz="750" b="1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Noto Sans KR Bold" pitchFamily="34" charset="0"/>
                  <a:ea typeface="Noto Sans KR Bold" pitchFamily="34" charset="-122"/>
                  <a:cs typeface="Noto Sans KR Bold" pitchFamily="34" charset="-120"/>
                </a:rPr>
                <a:t>※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BFC3F05-FB4F-0CE8-7EF8-EE6B83E68BEE}"/>
              </a:ext>
            </a:extLst>
          </p:cNvPr>
          <p:cNvGrpSpPr/>
          <p:nvPr/>
        </p:nvGrpSpPr>
        <p:grpSpPr>
          <a:xfrm>
            <a:off x="742950" y="3278032"/>
            <a:ext cx="414338" cy="414338"/>
            <a:chOff x="742950" y="3278032"/>
            <a:chExt cx="414338" cy="414338"/>
          </a:xfrm>
        </p:grpSpPr>
        <p:sp>
          <p:nvSpPr>
            <p:cNvPr id="13" name="Shape 9"/>
            <p:cNvSpPr/>
            <p:nvPr/>
          </p:nvSpPr>
          <p:spPr>
            <a:xfrm>
              <a:off x="742950" y="3278032"/>
              <a:ext cx="414338" cy="414338"/>
            </a:xfrm>
            <a:prstGeom prst="ellipse">
              <a:avLst/>
            </a:prstGeom>
            <a:solidFill>
              <a:srgbClr val="EAF6F8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grpSp>
          <p:nvGrpSpPr>
            <p:cNvPr id="61" name="그래픽 29">
              <a:extLst>
                <a:ext uri="{FF2B5EF4-FFF2-40B4-BE49-F238E27FC236}">
                  <a16:creationId xmlns:a16="http://schemas.microsoft.com/office/drawing/2014/main" id="{82A459FC-4BF8-9B0A-3062-0F698862BA0F}"/>
                </a:ext>
              </a:extLst>
            </p:cNvPr>
            <p:cNvGrpSpPr/>
            <p:nvPr/>
          </p:nvGrpSpPr>
          <p:grpSpPr>
            <a:xfrm>
              <a:off x="863635" y="3396472"/>
              <a:ext cx="163413" cy="163413"/>
              <a:chOff x="279052" y="3396472"/>
              <a:chExt cx="163413" cy="163413"/>
            </a:xfrm>
            <a:noFill/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38973FD7-E19F-A941-3B84-9B36815EB93E}"/>
                  </a:ext>
                </a:extLst>
              </p:cNvPr>
              <p:cNvSpPr/>
              <p:nvPr/>
            </p:nvSpPr>
            <p:spPr>
              <a:xfrm>
                <a:off x="279052" y="3396472"/>
                <a:ext cx="63549" cy="63549"/>
              </a:xfrm>
              <a:prstGeom prst="roundRect">
                <a:avLst>
                  <a:gd name="adj" fmla="val 14285"/>
                </a:avLst>
              </a:prstGeom>
              <a:noFill/>
              <a:ln w="17860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7A674377-9672-4CA9-A817-5A66904E767C}"/>
                  </a:ext>
                </a:extLst>
              </p:cNvPr>
              <p:cNvSpPr/>
              <p:nvPr/>
            </p:nvSpPr>
            <p:spPr>
              <a:xfrm>
                <a:off x="378916" y="3396472"/>
                <a:ext cx="63549" cy="63549"/>
              </a:xfrm>
              <a:prstGeom prst="roundRect">
                <a:avLst>
                  <a:gd name="adj" fmla="val 14285"/>
                </a:avLst>
              </a:prstGeom>
              <a:noFill/>
              <a:ln w="17860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82707808-54FB-A81E-EAF0-6D8076F12F87}"/>
                  </a:ext>
                </a:extLst>
              </p:cNvPr>
              <p:cNvSpPr/>
              <p:nvPr/>
            </p:nvSpPr>
            <p:spPr>
              <a:xfrm>
                <a:off x="378916" y="3496336"/>
                <a:ext cx="63549" cy="63549"/>
              </a:xfrm>
              <a:prstGeom prst="roundRect">
                <a:avLst>
                  <a:gd name="adj" fmla="val 14285"/>
                </a:avLst>
              </a:prstGeom>
              <a:noFill/>
              <a:ln w="17860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5" name="사각형: 둥근 모서리 64">
                <a:extLst>
                  <a:ext uri="{FF2B5EF4-FFF2-40B4-BE49-F238E27FC236}">
                    <a16:creationId xmlns:a16="http://schemas.microsoft.com/office/drawing/2014/main" id="{E0F93C34-8114-B637-6264-BBE3C8C2121E}"/>
                  </a:ext>
                </a:extLst>
              </p:cNvPr>
              <p:cNvSpPr/>
              <p:nvPr/>
            </p:nvSpPr>
            <p:spPr>
              <a:xfrm>
                <a:off x="279052" y="3496336"/>
                <a:ext cx="63549" cy="63549"/>
              </a:xfrm>
              <a:prstGeom prst="roundRect">
                <a:avLst>
                  <a:gd name="adj" fmla="val 14285"/>
                </a:avLst>
              </a:prstGeom>
              <a:noFill/>
              <a:ln w="17860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7C1F8A49-CFAB-24D5-EAD1-A0427F7C386E}"/>
              </a:ext>
            </a:extLst>
          </p:cNvPr>
          <p:cNvGrpSpPr/>
          <p:nvPr/>
        </p:nvGrpSpPr>
        <p:grpSpPr>
          <a:xfrm>
            <a:off x="742950" y="2027876"/>
            <a:ext cx="414338" cy="414338"/>
            <a:chOff x="742950" y="2027876"/>
            <a:chExt cx="414338" cy="414338"/>
          </a:xfrm>
        </p:grpSpPr>
        <p:sp>
          <p:nvSpPr>
            <p:cNvPr id="8" name="Shape 5"/>
            <p:cNvSpPr/>
            <p:nvPr/>
          </p:nvSpPr>
          <p:spPr>
            <a:xfrm>
              <a:off x="742950" y="2027876"/>
              <a:ext cx="414338" cy="414338"/>
            </a:xfrm>
            <a:prstGeom prst="ellipse">
              <a:avLst/>
            </a:prstGeom>
            <a:solidFill>
              <a:srgbClr val="EAF6F8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grpSp>
          <p:nvGrpSpPr>
            <p:cNvPr id="78" name="그래픽 74">
              <a:extLst>
                <a:ext uri="{FF2B5EF4-FFF2-40B4-BE49-F238E27FC236}">
                  <a16:creationId xmlns:a16="http://schemas.microsoft.com/office/drawing/2014/main" id="{B9FFCBD3-1F39-FB84-A643-93C893574774}"/>
                </a:ext>
              </a:extLst>
            </p:cNvPr>
            <p:cNvGrpSpPr/>
            <p:nvPr/>
          </p:nvGrpSpPr>
          <p:grpSpPr>
            <a:xfrm>
              <a:off x="870396" y="2155017"/>
              <a:ext cx="156652" cy="156652"/>
              <a:chOff x="233896" y="2155017"/>
              <a:chExt cx="156652" cy="156652"/>
            </a:xfrm>
            <a:noFill/>
          </p:grpSpPr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2ACC69ED-EC37-66BD-8A57-7E6B12296975}"/>
                  </a:ext>
                </a:extLst>
              </p:cNvPr>
              <p:cNvSpPr/>
              <p:nvPr/>
            </p:nvSpPr>
            <p:spPr>
              <a:xfrm>
                <a:off x="238248" y="2155017"/>
                <a:ext cx="152301" cy="78326"/>
              </a:xfrm>
              <a:custGeom>
                <a:avLst/>
                <a:gdLst>
                  <a:gd name="csX0" fmla="*/ 152301 w 152301"/>
                  <a:gd name="csY0" fmla="*/ 78329 h 78326"/>
                  <a:gd name="csX1" fmla="*/ 73975 w 152301"/>
                  <a:gd name="csY1" fmla="*/ 2 h 78326"/>
                  <a:gd name="csX2" fmla="*/ 21757 w 152301"/>
                  <a:gd name="csY2" fmla="*/ 21760 h 78326"/>
                  <a:gd name="csX3" fmla="*/ 0 w 152301"/>
                  <a:gd name="csY3" fmla="*/ 43517 h 783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2301" h="78326">
                    <a:moveTo>
                      <a:pt x="152301" y="78329"/>
                    </a:moveTo>
                    <a:cubicBezTo>
                      <a:pt x="152301" y="35070"/>
                      <a:pt x="117233" y="2"/>
                      <a:pt x="73975" y="2"/>
                    </a:cubicBezTo>
                    <a:cubicBezTo>
                      <a:pt x="54374" y="50"/>
                      <a:pt x="35593" y="7876"/>
                      <a:pt x="21757" y="21760"/>
                    </a:cubicBezTo>
                    <a:lnTo>
                      <a:pt x="0" y="43517"/>
                    </a:lnTo>
                  </a:path>
                </a:pathLst>
              </a:custGeom>
              <a:noFill/>
              <a:ln w="17066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D0482626-4C67-0F2B-1BC6-FB5D22E10D65}"/>
                  </a:ext>
                </a:extLst>
              </p:cNvPr>
              <p:cNvSpPr/>
              <p:nvPr/>
            </p:nvSpPr>
            <p:spPr>
              <a:xfrm>
                <a:off x="238248" y="2155017"/>
                <a:ext cx="17405" cy="43514"/>
              </a:xfrm>
              <a:custGeom>
                <a:avLst/>
                <a:gdLst>
                  <a:gd name="csX0" fmla="*/ 4 w 17405"/>
                  <a:gd name="csY0" fmla="*/ 3 h 43514"/>
                  <a:gd name="csX1" fmla="*/ 4 w 17405"/>
                  <a:gd name="csY1" fmla="*/ 43518 h 43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7405" h="43514">
                    <a:moveTo>
                      <a:pt x="4" y="3"/>
                    </a:moveTo>
                    <a:lnTo>
                      <a:pt x="4" y="43518"/>
                    </a:lnTo>
                  </a:path>
                </a:pathLst>
              </a:custGeom>
              <a:noFill/>
              <a:ln w="17066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4CEC3AFF-42D0-FC73-8AA9-2A26FD318AF6}"/>
                  </a:ext>
                </a:extLst>
              </p:cNvPr>
              <p:cNvSpPr/>
              <p:nvPr/>
            </p:nvSpPr>
            <p:spPr>
              <a:xfrm>
                <a:off x="233896" y="2233344"/>
                <a:ext cx="152301" cy="78326"/>
              </a:xfrm>
              <a:custGeom>
                <a:avLst/>
                <a:gdLst>
                  <a:gd name="csX0" fmla="*/ 0 w 152301"/>
                  <a:gd name="csY0" fmla="*/ -2 h 78326"/>
                  <a:gd name="csX1" fmla="*/ 78326 w 152301"/>
                  <a:gd name="csY1" fmla="*/ 78324 h 78326"/>
                  <a:gd name="csX2" fmla="*/ 130544 w 152301"/>
                  <a:gd name="csY2" fmla="*/ 56567 h 78326"/>
                  <a:gd name="csX3" fmla="*/ 152301 w 152301"/>
                  <a:gd name="csY3" fmla="*/ 34809 h 783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2301" h="78326">
                    <a:moveTo>
                      <a:pt x="0" y="-2"/>
                    </a:moveTo>
                    <a:cubicBezTo>
                      <a:pt x="0" y="43256"/>
                      <a:pt x="35068" y="78324"/>
                      <a:pt x="78326" y="78324"/>
                    </a:cubicBezTo>
                    <a:cubicBezTo>
                      <a:pt x="97927" y="78276"/>
                      <a:pt x="116708" y="70451"/>
                      <a:pt x="130544" y="56567"/>
                    </a:cubicBezTo>
                    <a:lnTo>
                      <a:pt x="152301" y="34809"/>
                    </a:lnTo>
                  </a:path>
                </a:pathLst>
              </a:custGeom>
              <a:noFill/>
              <a:ln w="17066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53BF1E58-97A6-F219-815A-92D887823CB7}"/>
                  </a:ext>
                </a:extLst>
              </p:cNvPr>
              <p:cNvSpPr/>
              <p:nvPr/>
            </p:nvSpPr>
            <p:spPr>
              <a:xfrm>
                <a:off x="386197" y="2268155"/>
                <a:ext cx="17405" cy="43514"/>
              </a:xfrm>
              <a:custGeom>
                <a:avLst/>
                <a:gdLst>
                  <a:gd name="csX0" fmla="*/ -4 w 17405"/>
                  <a:gd name="csY0" fmla="*/ 43511 h 43514"/>
                  <a:gd name="csX1" fmla="*/ -4 w 17405"/>
                  <a:gd name="csY1" fmla="*/ -3 h 43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7405" h="43514">
                    <a:moveTo>
                      <a:pt x="-4" y="43511"/>
                    </a:moveTo>
                    <a:lnTo>
                      <a:pt x="-4" y="-3"/>
                    </a:lnTo>
                  </a:path>
                </a:pathLst>
              </a:custGeom>
              <a:noFill/>
              <a:ln w="17066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F4317D01-5A68-F227-5A23-BCDFEC14B20F}"/>
                  </a:ext>
                </a:extLst>
              </p:cNvPr>
              <p:cNvSpPr/>
              <p:nvPr/>
            </p:nvSpPr>
            <p:spPr>
              <a:xfrm>
                <a:off x="280022" y="2201143"/>
                <a:ext cx="20886" cy="20886"/>
              </a:xfrm>
              <a:prstGeom prst="ellipse">
                <a:avLst/>
              </a:prstGeom>
              <a:noFill/>
              <a:ln w="17066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4" name="자유형: 도형 83">
                <a:extLst>
                  <a:ext uri="{FF2B5EF4-FFF2-40B4-BE49-F238E27FC236}">
                    <a16:creationId xmlns:a16="http://schemas.microsoft.com/office/drawing/2014/main" id="{554A7CAE-7D1D-DDED-A822-F56A22C431CC}"/>
                  </a:ext>
                </a:extLst>
              </p:cNvPr>
              <p:cNvSpPr/>
              <p:nvPr/>
            </p:nvSpPr>
            <p:spPr>
              <a:xfrm>
                <a:off x="290465" y="2211586"/>
                <a:ext cx="43514" cy="43514"/>
              </a:xfrm>
              <a:custGeom>
                <a:avLst/>
                <a:gdLst>
                  <a:gd name="csX0" fmla="*/ 43515 w 43514"/>
                  <a:gd name="csY0" fmla="*/ 0 h 43514"/>
                  <a:gd name="csX1" fmla="*/ 0 w 43514"/>
                  <a:gd name="csY1" fmla="*/ 43515 h 43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514" h="43514">
                    <a:moveTo>
                      <a:pt x="43515" y="0"/>
                    </a:moveTo>
                    <a:lnTo>
                      <a:pt x="0" y="43515"/>
                    </a:lnTo>
                  </a:path>
                </a:pathLst>
              </a:custGeom>
              <a:ln w="17066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2C2C0971-07DC-AC8F-0418-874ABBC27940}"/>
                  </a:ext>
                </a:extLst>
              </p:cNvPr>
              <p:cNvSpPr/>
              <p:nvPr/>
            </p:nvSpPr>
            <p:spPr>
              <a:xfrm>
                <a:off x="323536" y="2244657"/>
                <a:ext cx="20886" cy="20886"/>
              </a:xfrm>
              <a:prstGeom prst="ellipse">
                <a:avLst/>
              </a:prstGeom>
              <a:noFill/>
              <a:ln w="17066" cap="rnd">
                <a:solidFill>
                  <a:srgbClr val="0C72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92D1A-F1A8-31E6-7088-2B345D32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4F31205-567E-3010-C34A-089A9D6C4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881DD9C-3815-FD62-49AD-23782572F6BE}"/>
              </a:ext>
            </a:extLst>
          </p:cNvPr>
          <p:cNvSpPr/>
          <p:nvPr/>
        </p:nvSpPr>
        <p:spPr>
          <a:xfrm>
            <a:off x="571500" y="420030"/>
            <a:ext cx="4929188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06 · 기대 효과</a:t>
            </a:r>
            <a:endParaRPr lang="en-US" sz="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672AA6F-ED65-56C0-D0B9-111B5AAA230E}"/>
              </a:ext>
            </a:extLst>
          </p:cNvPr>
          <p:cNvSpPr/>
          <p:nvPr/>
        </p:nvSpPr>
        <p:spPr>
          <a:xfrm>
            <a:off x="571500" y="706918"/>
            <a:ext cx="4929188" cy="621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ko-KR" altLang="en-US" sz="21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가격설정이 쉬워지면</a:t>
            </a:r>
            <a:endParaRPr lang="en-US" altLang="ko-KR" sz="2150" b="1" kern="0" spc="-2" dirty="0">
              <a:solidFill>
                <a:srgbClr val="1E2A3A"/>
              </a:solidFill>
              <a:latin typeface="Noto Sans KR Black" pitchFamily="34" charset="0"/>
              <a:ea typeface="Noto Sans KR Black" pitchFamily="34" charset="-122"/>
              <a:cs typeface="Noto Sans KR Black" pitchFamily="34" charset="-120"/>
            </a:endParaRPr>
          </a:p>
          <a:p>
            <a:pPr marL="0" indent="0" algn="l">
              <a:lnSpc>
                <a:spcPct val="94400"/>
              </a:lnSpc>
              <a:buNone/>
            </a:pPr>
            <a:r>
              <a:rPr lang="ko-KR" altLang="en-US" sz="2150" b="1" kern="0" spc="-2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</a:rPr>
              <a:t>상품등록은 더 빨라집니다</a:t>
            </a:r>
            <a:endParaRPr lang="en-US" sz="21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8243E0F-217E-6F0B-B819-3D3970308D34}"/>
              </a:ext>
            </a:extLst>
          </p:cNvPr>
          <p:cNvSpPr/>
          <p:nvPr/>
        </p:nvSpPr>
        <p:spPr>
          <a:xfrm>
            <a:off x="6000750" y="847000"/>
            <a:ext cx="2571750" cy="5020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마진 설정 자동화는 단순 편의 기능을 넘어, 초기 셀러의 등록 </a:t>
            </a:r>
            <a:r>
              <a:rPr lang="en-US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전환과</a:t>
            </a: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사방넷</a:t>
            </a: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미니의</a:t>
            </a:r>
            <a:r>
              <a:rPr lang="en-US" sz="90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신뢰 경험을 함께 강화합니다.</a:t>
            </a:r>
            <a:endParaRPr lang="en-US" sz="9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B32838D-2B39-46F0-0ECA-F092D4801FEC}"/>
              </a:ext>
            </a:extLst>
          </p:cNvPr>
          <p:cNvSpPr/>
          <p:nvPr/>
        </p:nvSpPr>
        <p:spPr>
          <a:xfrm>
            <a:off x="571500" y="1680400"/>
            <a:ext cx="3821906" cy="2571750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A85CF7E-F5C1-FF02-059F-31423613C10D}"/>
              </a:ext>
            </a:extLst>
          </p:cNvPr>
          <p:cNvSpPr/>
          <p:nvPr/>
        </p:nvSpPr>
        <p:spPr>
          <a:xfrm>
            <a:off x="785813" y="1880425"/>
            <a:ext cx="385763" cy="385763"/>
          </a:xfrm>
          <a:prstGeom prst="ellipse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FCA8552A-35A7-9086-51F8-BC6034E55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21" y="1991153"/>
            <a:ext cx="197346" cy="164306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E9873BC5-BFCD-CC39-5B08-D48E5EF5C991}"/>
              </a:ext>
            </a:extLst>
          </p:cNvPr>
          <p:cNvSpPr/>
          <p:nvPr/>
        </p:nvSpPr>
        <p:spPr>
          <a:xfrm>
            <a:off x="1271588" y="1977126"/>
            <a:ext cx="63414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50" b="1" kern="0" spc="-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셀러 가치</a:t>
            </a:r>
            <a:endParaRPr lang="en-US" sz="12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4782623-BF8D-699D-F834-2FCD1CB2FF83}"/>
              </a:ext>
            </a:extLst>
          </p:cNvPr>
          <p:cNvSpPr/>
          <p:nvPr/>
        </p:nvSpPr>
        <p:spPr>
          <a:xfrm>
            <a:off x="3398639" y="1966150"/>
            <a:ext cx="780455" cy="214313"/>
          </a:xfrm>
          <a:prstGeom prst="roundRect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9EEB310-E4E3-7623-08ED-B5F02FD1B2C6}"/>
              </a:ext>
            </a:extLst>
          </p:cNvPr>
          <p:cNvSpPr/>
          <p:nvPr/>
        </p:nvSpPr>
        <p:spPr>
          <a:xfrm>
            <a:off x="3398639" y="2027140"/>
            <a:ext cx="755591" cy="92333"/>
          </a:xfrm>
          <a:prstGeom prst="rect">
            <a:avLst/>
          </a:prstGeom>
          <a:noFill/>
          <a:ln/>
        </p:spPr>
        <p:txBody>
          <a:bodyPr wrap="none" lIns="110617" tIns="0" rIns="110617" bIns="0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Seller Benefit</a:t>
            </a:r>
            <a:endParaRPr lang="en-US" sz="600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A190C4D9-8E04-BC28-CF19-FB31F43E4A67}"/>
              </a:ext>
            </a:extLst>
          </p:cNvPr>
          <p:cNvGrpSpPr/>
          <p:nvPr/>
        </p:nvGrpSpPr>
        <p:grpSpPr>
          <a:xfrm>
            <a:off x="785813" y="2466212"/>
            <a:ext cx="3368417" cy="541926"/>
            <a:chOff x="785813" y="2466212"/>
            <a:chExt cx="3368417" cy="541926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CE3D0869-283B-C0B6-CE85-73669BEB0BF3}"/>
                </a:ext>
              </a:extLst>
            </p:cNvPr>
            <p:cNvGrpSpPr/>
            <p:nvPr/>
          </p:nvGrpSpPr>
          <p:grpSpPr>
            <a:xfrm>
              <a:off x="785813" y="2466212"/>
              <a:ext cx="500063" cy="500063"/>
              <a:chOff x="785813" y="2466212"/>
              <a:chExt cx="500063" cy="500063"/>
            </a:xfrm>
          </p:grpSpPr>
          <p:sp>
            <p:nvSpPr>
              <p:cNvPr id="13" name="Shape 9">
                <a:extLst>
                  <a:ext uri="{FF2B5EF4-FFF2-40B4-BE49-F238E27FC236}">
                    <a16:creationId xmlns:a16="http://schemas.microsoft.com/office/drawing/2014/main" id="{6EAF8AF0-112E-AC29-8A30-90ED615BB030}"/>
                  </a:ext>
                </a:extLst>
              </p:cNvPr>
              <p:cNvSpPr/>
              <p:nvPr/>
            </p:nvSpPr>
            <p:spPr>
              <a:xfrm>
                <a:off x="785813" y="2466212"/>
                <a:ext cx="500063" cy="500063"/>
              </a:xfrm>
              <a:prstGeom prst="ellipse">
                <a:avLst/>
              </a:prstGeom>
              <a:solidFill>
                <a:srgbClr val="0669D5"/>
              </a:solidFill>
              <a:ln/>
            </p:spPr>
            <p:txBody>
              <a:bodyPr anchor="ctr"/>
              <a:lstStyle/>
              <a:p>
                <a:endParaRPr lang="ko-KR" altLang="en-US"/>
              </a:p>
            </p:txBody>
          </p:sp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51CA7980-6DE0-CC96-9C5D-DC55C47215A4}"/>
                  </a:ext>
                </a:extLst>
              </p:cNvPr>
              <p:cNvGrpSpPr/>
              <p:nvPr/>
            </p:nvGrpSpPr>
            <p:grpSpPr>
              <a:xfrm>
                <a:off x="953888" y="2595618"/>
                <a:ext cx="160300" cy="257324"/>
                <a:chOff x="953888" y="2595618"/>
                <a:chExt cx="160300" cy="257324"/>
              </a:xfrm>
            </p:grpSpPr>
            <p:pic>
              <p:nvPicPr>
                <p:cNvPr id="14" name="Image 2" descr="preencoded.png">
                  <a:extLst>
                    <a:ext uri="{FF2B5EF4-FFF2-40B4-BE49-F238E27FC236}">
                      <a16:creationId xmlns:a16="http://schemas.microsoft.com/office/drawing/2014/main" id="{49CD42AE-FD89-69F9-A6E5-96C0B41E40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7658" y="2595618"/>
                  <a:ext cx="125016" cy="142875"/>
                </a:xfrm>
                <a:prstGeom prst="rect">
                  <a:avLst/>
                </a:prstGeom>
              </p:spPr>
            </p:pic>
            <p:sp>
              <p:nvSpPr>
                <p:cNvPr id="15" name="Text 10">
                  <a:extLst>
                    <a:ext uri="{FF2B5EF4-FFF2-40B4-BE49-F238E27FC236}">
                      <a16:creationId xmlns:a16="http://schemas.microsoft.com/office/drawing/2014/main" id="{524AA429-E1A3-CF91-13CA-5508A3955918}"/>
                    </a:ext>
                  </a:extLst>
                </p:cNvPr>
                <p:cNvSpPr/>
                <p:nvPr/>
              </p:nvSpPr>
              <p:spPr>
                <a:xfrm>
                  <a:off x="953888" y="2775998"/>
                  <a:ext cx="160300" cy="76944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indent="0" algn="l">
                    <a:buNone/>
                  </a:pPr>
                  <a:r>
                    <a:rPr lang="en-US" sz="500" b="1" dirty="0">
                      <a:solidFill>
                        <a:srgbClr val="FFFFFF"/>
                      </a:solidFill>
                      <a:latin typeface="Noto Sans KR Black" pitchFamily="34" charset="0"/>
                      <a:ea typeface="Noto Sans KR Black" pitchFamily="34" charset="-122"/>
                      <a:cs typeface="Noto Sans KR Black" pitchFamily="34" charset="-120"/>
                    </a:rPr>
                    <a:t>TIME</a:t>
                  </a:r>
                  <a:endParaRPr lang="en-US" sz="500" dirty="0"/>
                </a:p>
              </p:txBody>
            </p:sp>
          </p:grpSp>
        </p:grp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2029F17A-8E25-B278-41BF-BDB9AC3F42B2}"/>
                </a:ext>
              </a:extLst>
            </p:cNvPr>
            <p:cNvSpPr/>
            <p:nvPr/>
          </p:nvSpPr>
          <p:spPr>
            <a:xfrm>
              <a:off x="1485900" y="2482857"/>
              <a:ext cx="1416991" cy="1647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lnSpc>
                  <a:spcPct val="100800"/>
                </a:lnSpc>
                <a:buNone/>
              </a:pPr>
              <a:r>
                <a:rPr lang="en-US" sz="1100" b="1" kern="0" spc="-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판매가 설정 리소스 감소</a:t>
              </a:r>
              <a:endParaRPr lang="en-US" sz="1100" dirty="0"/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973B6A58-A37D-D076-095E-E8EB3DF45F23}"/>
                </a:ext>
              </a:extLst>
            </p:cNvPr>
            <p:cNvSpPr/>
            <p:nvPr/>
          </p:nvSpPr>
          <p:spPr>
            <a:xfrm>
              <a:off x="1485900" y="2744924"/>
              <a:ext cx="2668330" cy="2632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18400"/>
                </a:lnSpc>
                <a:buNone/>
              </a:pPr>
              <a:r>
                <a:rPr lang="en-US" sz="7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상품 등록 시 마진 설정으로 수동 계산과 엑셀 복사 작업을 줄이고, 등록 시간을 단축합니다.</a:t>
              </a:r>
              <a:endParaRPr lang="en-US" sz="750" dirty="0"/>
            </a:p>
          </p:txBody>
        </p:sp>
      </p:grpSp>
      <p:sp>
        <p:nvSpPr>
          <p:cNvPr id="22" name="Shape 17">
            <a:extLst>
              <a:ext uri="{FF2B5EF4-FFF2-40B4-BE49-F238E27FC236}">
                <a16:creationId xmlns:a16="http://schemas.microsoft.com/office/drawing/2014/main" id="{0CBB7AA8-3950-0485-FC7F-8ECE1B53458C}"/>
              </a:ext>
            </a:extLst>
          </p:cNvPr>
          <p:cNvSpPr/>
          <p:nvPr/>
        </p:nvSpPr>
        <p:spPr>
          <a:xfrm>
            <a:off x="4750594" y="1680400"/>
            <a:ext cx="3821906" cy="2571750"/>
          </a:xfrm>
          <a:prstGeom prst="rect">
            <a:avLst/>
          </a:prstGeom>
          <a:solidFill>
            <a:srgbClr val="1E2A3A"/>
          </a:solidFill>
          <a:ln w="9144">
            <a:solidFill>
              <a:srgbClr val="1E2A3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23CC5A7A-96E3-4341-96A2-3D3A19CE1742}"/>
              </a:ext>
            </a:extLst>
          </p:cNvPr>
          <p:cNvSpPr/>
          <p:nvPr/>
        </p:nvSpPr>
        <p:spPr>
          <a:xfrm>
            <a:off x="4964906" y="1880425"/>
            <a:ext cx="385763" cy="385763"/>
          </a:xfrm>
          <a:prstGeom prst="ellipse">
            <a:avLst/>
          </a:prstGeom>
          <a:solidFill>
            <a:srgbClr val="9EE6F2">
              <a:alpha val="16000"/>
            </a:srgbClr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FB5078D8-51AA-7B44-4F15-B577BB102D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653" y="1991153"/>
            <a:ext cx="156270" cy="164306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8E7D17F3-889B-8010-C296-CF505388F338}"/>
              </a:ext>
            </a:extLst>
          </p:cNvPr>
          <p:cNvSpPr/>
          <p:nvPr/>
        </p:nvSpPr>
        <p:spPr>
          <a:xfrm>
            <a:off x="5450681" y="1977126"/>
            <a:ext cx="78149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50" b="1" kern="0" spc="-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서비스 가치</a:t>
            </a:r>
            <a:endParaRPr lang="en-US" sz="125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4F81767C-D1BE-3D16-8F4B-867072FDABC7}"/>
              </a:ext>
            </a:extLst>
          </p:cNvPr>
          <p:cNvSpPr/>
          <p:nvPr/>
        </p:nvSpPr>
        <p:spPr>
          <a:xfrm>
            <a:off x="7525941" y="1966150"/>
            <a:ext cx="832247" cy="214313"/>
          </a:xfrm>
          <a:prstGeom prst="roundRect">
            <a:avLst/>
          </a:prstGeom>
          <a:solidFill>
            <a:srgbClr val="9EE6F2">
              <a:alpha val="16000"/>
            </a:srgbClr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EF74604-2EC4-F605-F127-F2101447ADE8}"/>
              </a:ext>
            </a:extLst>
          </p:cNvPr>
          <p:cNvSpPr/>
          <p:nvPr/>
        </p:nvSpPr>
        <p:spPr>
          <a:xfrm>
            <a:off x="7525941" y="2027140"/>
            <a:ext cx="806888" cy="92333"/>
          </a:xfrm>
          <a:prstGeom prst="rect">
            <a:avLst/>
          </a:prstGeom>
          <a:noFill/>
          <a:ln/>
        </p:spPr>
        <p:txBody>
          <a:bodyPr wrap="none" lIns="110617" tIns="0" rIns="110617" bIns="0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9EE6F2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Service Impact</a:t>
            </a:r>
            <a:endParaRPr lang="en-US" sz="600" dirty="0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DD59E0D-29F2-D70A-FE1E-6273497329E4}"/>
              </a:ext>
            </a:extLst>
          </p:cNvPr>
          <p:cNvGrpSpPr/>
          <p:nvPr/>
        </p:nvGrpSpPr>
        <p:grpSpPr>
          <a:xfrm>
            <a:off x="4964906" y="2466212"/>
            <a:ext cx="3393282" cy="541926"/>
            <a:chOff x="4964906" y="2466212"/>
            <a:chExt cx="3393282" cy="541926"/>
          </a:xfrm>
        </p:grpSpPr>
        <p:sp>
          <p:nvSpPr>
            <p:cNvPr id="28" name="Shape 22">
              <a:extLst>
                <a:ext uri="{FF2B5EF4-FFF2-40B4-BE49-F238E27FC236}">
                  <a16:creationId xmlns:a16="http://schemas.microsoft.com/office/drawing/2014/main" id="{134A3336-1812-7A1B-D94C-2663A7C5F7F8}"/>
                </a:ext>
              </a:extLst>
            </p:cNvPr>
            <p:cNvSpPr/>
            <p:nvPr/>
          </p:nvSpPr>
          <p:spPr>
            <a:xfrm>
              <a:off x="4964906" y="2466212"/>
              <a:ext cx="500063" cy="500063"/>
            </a:xfrm>
            <a:prstGeom prst="ellipse">
              <a:avLst/>
            </a:prstGeom>
            <a:solidFill>
              <a:srgbClr val="EAF6F8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pic>
          <p:nvPicPr>
            <p:cNvPr id="29" name="Image 4" descr="preencoded.png">
              <a:extLst>
                <a:ext uri="{FF2B5EF4-FFF2-40B4-BE49-F238E27FC236}">
                  <a16:creationId xmlns:a16="http://schemas.microsoft.com/office/drawing/2014/main" id="{74E4C9C9-39E9-46B6-0215-115EC78DF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43500" y="2575154"/>
              <a:ext cx="142875" cy="142875"/>
            </a:xfrm>
            <a:prstGeom prst="rect">
              <a:avLst/>
            </a:prstGeom>
          </p:spPr>
        </p:pic>
        <p:sp>
          <p:nvSpPr>
            <p:cNvPr id="30" name="Text 23">
              <a:extLst>
                <a:ext uri="{FF2B5EF4-FFF2-40B4-BE49-F238E27FC236}">
                  <a16:creationId xmlns:a16="http://schemas.microsoft.com/office/drawing/2014/main" id="{01D80032-E12A-42B7-79D2-960707CB3A4B}"/>
                </a:ext>
              </a:extLst>
            </p:cNvPr>
            <p:cNvSpPr/>
            <p:nvPr/>
          </p:nvSpPr>
          <p:spPr>
            <a:xfrm>
              <a:off x="5123159" y="2767068"/>
              <a:ext cx="177934" cy="769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500" b="1" dirty="0">
                  <a:solidFill>
                    <a:srgbClr val="0669D5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BULK</a:t>
              </a:r>
              <a:endParaRPr lang="en-US" sz="500" dirty="0"/>
            </a:p>
          </p:txBody>
        </p:sp>
        <p:sp>
          <p:nvSpPr>
            <p:cNvPr id="31" name="Text 24">
              <a:extLst>
                <a:ext uri="{FF2B5EF4-FFF2-40B4-BE49-F238E27FC236}">
                  <a16:creationId xmlns:a16="http://schemas.microsoft.com/office/drawing/2014/main" id="{367A4A60-A324-E22A-D6BC-7B036550FAA0}"/>
                </a:ext>
              </a:extLst>
            </p:cNvPr>
            <p:cNvSpPr/>
            <p:nvPr/>
          </p:nvSpPr>
          <p:spPr>
            <a:xfrm>
              <a:off x="5664994" y="2482857"/>
              <a:ext cx="1287275" cy="1647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lnSpc>
                  <a:spcPct val="100800"/>
                </a:lnSpc>
                <a:buNone/>
              </a:pPr>
              <a:r>
                <a:rPr lang="en-US" sz="1100" b="1" kern="0" spc="-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대량 </a:t>
              </a:r>
              <a:r>
                <a:rPr lang="en-US" sz="1100" b="1" kern="0" spc="-1" dirty="0" err="1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등록</a:t>
              </a:r>
              <a:r>
                <a:rPr lang="en-US" sz="1100" b="1" kern="0" spc="-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 </a:t>
              </a:r>
              <a:r>
                <a:rPr lang="ko-KR" altLang="en-US" sz="1100" b="1" kern="0" spc="-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효율성 증대</a:t>
              </a:r>
              <a:endParaRPr lang="en-US" sz="1100" dirty="0"/>
            </a:p>
          </p:txBody>
        </p:sp>
        <p:sp>
          <p:nvSpPr>
            <p:cNvPr id="32" name="Text 25">
              <a:extLst>
                <a:ext uri="{FF2B5EF4-FFF2-40B4-BE49-F238E27FC236}">
                  <a16:creationId xmlns:a16="http://schemas.microsoft.com/office/drawing/2014/main" id="{D7688EAD-7BAC-6089-74DA-69E65BA595A0}"/>
                </a:ext>
              </a:extLst>
            </p:cNvPr>
            <p:cNvSpPr/>
            <p:nvPr/>
          </p:nvSpPr>
          <p:spPr>
            <a:xfrm>
              <a:off x="5664994" y="2744924"/>
              <a:ext cx="2693194" cy="2632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18400"/>
                </a:lnSpc>
                <a:buNone/>
              </a:pPr>
              <a:r>
                <a:rPr lang="en-US" sz="750" dirty="0">
                  <a:solidFill>
                    <a:srgbClr val="DDEA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여러 쇼핑몰 </a:t>
              </a:r>
              <a:r>
                <a:rPr lang="en-US" sz="750" dirty="0" err="1">
                  <a:solidFill>
                    <a:srgbClr val="DDEA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판매가를</a:t>
              </a:r>
              <a:r>
                <a:rPr lang="en-US" sz="750" dirty="0">
                  <a:solidFill>
                    <a:srgbClr val="DDEA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750" dirty="0">
                  <a:solidFill>
                    <a:srgbClr val="DDEA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한층 수월하게</a:t>
              </a:r>
              <a:r>
                <a:rPr lang="en-US" sz="750" dirty="0">
                  <a:solidFill>
                    <a:srgbClr val="DDEA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관리해 상품 대량 등록과 채널 확장을 더 쉽게 만듭니다.</a:t>
              </a:r>
              <a:endParaRPr lang="en-US" sz="750" dirty="0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97A3D793-CBCC-8D8E-54DB-8044924F90A5}"/>
              </a:ext>
            </a:extLst>
          </p:cNvPr>
          <p:cNvGrpSpPr/>
          <p:nvPr/>
        </p:nvGrpSpPr>
        <p:grpSpPr>
          <a:xfrm>
            <a:off x="4964906" y="3280600"/>
            <a:ext cx="3393282" cy="541925"/>
            <a:chOff x="4964906" y="3280600"/>
            <a:chExt cx="3393282" cy="541925"/>
          </a:xfrm>
        </p:grpSpPr>
        <p:sp>
          <p:nvSpPr>
            <p:cNvPr id="33" name="Shape 26">
              <a:extLst>
                <a:ext uri="{FF2B5EF4-FFF2-40B4-BE49-F238E27FC236}">
                  <a16:creationId xmlns:a16="http://schemas.microsoft.com/office/drawing/2014/main" id="{50FC2CF6-3F69-D146-255A-59B429BAA5FE}"/>
                </a:ext>
              </a:extLst>
            </p:cNvPr>
            <p:cNvSpPr/>
            <p:nvPr/>
          </p:nvSpPr>
          <p:spPr>
            <a:xfrm>
              <a:off x="4964906" y="3280600"/>
              <a:ext cx="500063" cy="500063"/>
            </a:xfrm>
            <a:prstGeom prst="ellipse">
              <a:avLst/>
            </a:prstGeom>
            <a:solidFill>
              <a:srgbClr val="EAF6F8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pic>
          <p:nvPicPr>
            <p:cNvPr id="34" name="Image 5" descr="preencoded.png">
              <a:extLst>
                <a:ext uri="{FF2B5EF4-FFF2-40B4-BE49-F238E27FC236}">
                  <a16:creationId xmlns:a16="http://schemas.microsoft.com/office/drawing/2014/main" id="{7AA279A0-2C8F-8624-4DBE-5E2CF42B7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41101" y="3389542"/>
              <a:ext cx="160734" cy="142875"/>
            </a:xfrm>
            <a:prstGeom prst="rect">
              <a:avLst/>
            </a:prstGeom>
          </p:spPr>
        </p:pic>
        <p:sp>
          <p:nvSpPr>
            <p:cNvPr id="35" name="Text 27">
              <a:extLst>
                <a:ext uri="{FF2B5EF4-FFF2-40B4-BE49-F238E27FC236}">
                  <a16:creationId xmlns:a16="http://schemas.microsoft.com/office/drawing/2014/main" id="{68282669-D2D7-1133-A8BD-63A6C2F1B5CF}"/>
                </a:ext>
              </a:extLst>
            </p:cNvPr>
            <p:cNvSpPr/>
            <p:nvPr/>
          </p:nvSpPr>
          <p:spPr>
            <a:xfrm>
              <a:off x="5106836" y="3581456"/>
              <a:ext cx="219612" cy="769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buNone/>
              </a:pPr>
              <a:r>
                <a:rPr lang="en-US" sz="500" b="1" dirty="0">
                  <a:solidFill>
                    <a:srgbClr val="0669D5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TRUST</a:t>
              </a:r>
              <a:endParaRPr lang="en-US" sz="500" dirty="0"/>
            </a:p>
          </p:txBody>
        </p:sp>
        <p:sp>
          <p:nvSpPr>
            <p:cNvPr id="36" name="Text 28">
              <a:extLst>
                <a:ext uri="{FF2B5EF4-FFF2-40B4-BE49-F238E27FC236}">
                  <a16:creationId xmlns:a16="http://schemas.microsoft.com/office/drawing/2014/main" id="{D2DC7A0C-ABB9-B396-757D-3B7B1C2233AB}"/>
                </a:ext>
              </a:extLst>
            </p:cNvPr>
            <p:cNvSpPr/>
            <p:nvPr/>
          </p:nvSpPr>
          <p:spPr>
            <a:xfrm>
              <a:off x="5664994" y="3297245"/>
              <a:ext cx="1117614" cy="1647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lnSpc>
                  <a:spcPct val="100800"/>
                </a:lnSpc>
                <a:buNone/>
              </a:pPr>
              <a:r>
                <a:rPr lang="en-US" sz="1100" b="1" kern="0" spc="-1" dirty="0">
                  <a:solidFill>
                    <a:srgbClr val="FFFFFF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서비스 신뢰도 향상</a:t>
              </a:r>
              <a:endParaRPr lang="en-US" sz="1100" dirty="0"/>
            </a:p>
          </p:txBody>
        </p:sp>
        <p:sp>
          <p:nvSpPr>
            <p:cNvPr id="37" name="Text 29">
              <a:extLst>
                <a:ext uri="{FF2B5EF4-FFF2-40B4-BE49-F238E27FC236}">
                  <a16:creationId xmlns:a16="http://schemas.microsoft.com/office/drawing/2014/main" id="{7099A41B-3E10-D436-E556-DBFF515DAC74}"/>
                </a:ext>
              </a:extLst>
            </p:cNvPr>
            <p:cNvSpPr/>
            <p:nvPr/>
          </p:nvSpPr>
          <p:spPr>
            <a:xfrm>
              <a:off x="5664994" y="3559311"/>
              <a:ext cx="2693194" cy="2632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18400"/>
                </a:lnSpc>
                <a:buNone/>
              </a:pPr>
              <a:r>
                <a:rPr lang="en-US" sz="750" dirty="0">
                  <a:solidFill>
                    <a:srgbClr val="DDEA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초기 셀러가 체감하는 사용 난이도를 낮추고, 통합관리 서비스의 만족도와 재방문 동기를 높입니다.</a:t>
              </a:r>
              <a:endParaRPr lang="en-US" sz="750" dirty="0"/>
            </a:p>
          </p:txBody>
        </p:sp>
      </p:grpSp>
      <p:sp>
        <p:nvSpPr>
          <p:cNvPr id="38" name="Shape 30">
            <a:extLst>
              <a:ext uri="{FF2B5EF4-FFF2-40B4-BE49-F238E27FC236}">
                <a16:creationId xmlns:a16="http://schemas.microsoft.com/office/drawing/2014/main" id="{59E0F8A4-8F1A-B47B-0A61-BD2C4C9C948C}"/>
              </a:ext>
            </a:extLst>
          </p:cNvPr>
          <p:cNvSpPr/>
          <p:nvPr/>
        </p:nvSpPr>
        <p:spPr>
          <a:xfrm>
            <a:off x="571500" y="4361092"/>
            <a:ext cx="8001000" cy="642938"/>
          </a:xfrm>
          <a:prstGeom prst="roundRect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40" name="Shape 32">
            <a:extLst>
              <a:ext uri="{FF2B5EF4-FFF2-40B4-BE49-F238E27FC236}">
                <a16:creationId xmlns:a16="http://schemas.microsoft.com/office/drawing/2014/main" id="{7BBD9C07-D2B6-9E23-B943-4E235230337C}"/>
              </a:ext>
            </a:extLst>
          </p:cNvPr>
          <p:cNvSpPr/>
          <p:nvPr/>
        </p:nvSpPr>
        <p:spPr>
          <a:xfrm>
            <a:off x="869204" y="4553973"/>
            <a:ext cx="741164" cy="257175"/>
          </a:xfrm>
          <a:prstGeom prst="roundRect">
            <a:avLst/>
          </a:prstGeom>
          <a:solidFill>
            <a:srgbClr val="FFFFFF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41" name="Image 6" descr="preencoded.png">
            <a:extLst>
              <a:ext uri="{FF2B5EF4-FFF2-40B4-BE49-F238E27FC236}">
                <a16:creationId xmlns:a16="http://schemas.microsoft.com/office/drawing/2014/main" id="{3255FE46-1E8F-2FBD-6970-ADD4D27D72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60" y="4636126"/>
            <a:ext cx="92869" cy="92869"/>
          </a:xfrm>
          <a:prstGeom prst="rect">
            <a:avLst/>
          </a:prstGeom>
        </p:spPr>
      </p:pic>
      <p:sp>
        <p:nvSpPr>
          <p:cNvPr id="42" name="Text 33">
            <a:extLst>
              <a:ext uri="{FF2B5EF4-FFF2-40B4-BE49-F238E27FC236}">
                <a16:creationId xmlns:a16="http://schemas.microsoft.com/office/drawing/2014/main" id="{FB058D32-B29D-64D3-9EDF-83DF6AF766C9}"/>
              </a:ext>
            </a:extLst>
          </p:cNvPr>
          <p:cNvSpPr/>
          <p:nvPr/>
        </p:nvSpPr>
        <p:spPr>
          <a:xfrm>
            <a:off x="1126379" y="4632547"/>
            <a:ext cx="331822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시간 절감</a:t>
            </a:r>
            <a:endParaRPr lang="en-US" sz="650" dirty="0"/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2ABAD4A1-484D-7752-F495-886B8EA5FCA9}"/>
              </a:ext>
            </a:extLst>
          </p:cNvPr>
          <p:cNvSpPr/>
          <p:nvPr/>
        </p:nvSpPr>
        <p:spPr>
          <a:xfrm>
            <a:off x="1681805" y="4553973"/>
            <a:ext cx="741164" cy="257175"/>
          </a:xfrm>
          <a:prstGeom prst="roundRect">
            <a:avLst/>
          </a:prstGeom>
          <a:solidFill>
            <a:srgbClr val="FFFFFF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44" name="Image 7" descr="preencoded.png">
            <a:extLst>
              <a:ext uri="{FF2B5EF4-FFF2-40B4-BE49-F238E27FC236}">
                <a16:creationId xmlns:a16="http://schemas.microsoft.com/office/drawing/2014/main" id="{B4728172-85DC-37F5-47FA-822B2FC2CF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8962" y="4636126"/>
            <a:ext cx="92869" cy="92869"/>
          </a:xfrm>
          <a:prstGeom prst="rect">
            <a:avLst/>
          </a:prstGeom>
        </p:spPr>
      </p:pic>
      <p:sp>
        <p:nvSpPr>
          <p:cNvPr id="45" name="Text 35">
            <a:extLst>
              <a:ext uri="{FF2B5EF4-FFF2-40B4-BE49-F238E27FC236}">
                <a16:creationId xmlns:a16="http://schemas.microsoft.com/office/drawing/2014/main" id="{2E5AF908-A4FA-8A4A-6D27-7A574592A1DA}"/>
              </a:ext>
            </a:extLst>
          </p:cNvPr>
          <p:cNvSpPr/>
          <p:nvPr/>
        </p:nvSpPr>
        <p:spPr>
          <a:xfrm>
            <a:off x="1938980" y="4632547"/>
            <a:ext cx="331822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오류 예방</a:t>
            </a:r>
            <a:endParaRPr lang="en-US" sz="650" dirty="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E0EA9BD2-9F0D-38E3-7A93-5AA122239B81}"/>
              </a:ext>
            </a:extLst>
          </p:cNvPr>
          <p:cNvSpPr/>
          <p:nvPr/>
        </p:nvSpPr>
        <p:spPr>
          <a:xfrm>
            <a:off x="2494407" y="4553973"/>
            <a:ext cx="753666" cy="257175"/>
          </a:xfrm>
          <a:prstGeom prst="roundRect">
            <a:avLst/>
          </a:prstGeom>
          <a:solidFill>
            <a:srgbClr val="FFFFFF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47" name="Image 8" descr="preencoded.png">
            <a:extLst>
              <a:ext uri="{FF2B5EF4-FFF2-40B4-BE49-F238E27FC236}">
                <a16:creationId xmlns:a16="http://schemas.microsoft.com/office/drawing/2014/main" id="{A0743F74-2DA1-62A0-C98A-4C3EE492B7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1563" y="4636126"/>
            <a:ext cx="105370" cy="92869"/>
          </a:xfrm>
          <a:prstGeom prst="rect">
            <a:avLst/>
          </a:prstGeom>
        </p:spPr>
      </p:pic>
      <p:sp>
        <p:nvSpPr>
          <p:cNvPr id="48" name="Text 37">
            <a:extLst>
              <a:ext uri="{FF2B5EF4-FFF2-40B4-BE49-F238E27FC236}">
                <a16:creationId xmlns:a16="http://schemas.microsoft.com/office/drawing/2014/main" id="{48C94C39-6767-006C-6F23-3676F7F45239}"/>
              </a:ext>
            </a:extLst>
          </p:cNvPr>
          <p:cNvSpPr/>
          <p:nvPr/>
        </p:nvSpPr>
        <p:spPr>
          <a:xfrm>
            <a:off x="2764083" y="4632547"/>
            <a:ext cx="331822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채널 확장</a:t>
            </a:r>
            <a:endParaRPr lang="en-US" sz="650" dirty="0"/>
          </a:p>
        </p:txBody>
      </p:sp>
      <p:sp>
        <p:nvSpPr>
          <p:cNvPr id="49" name="Shape 38">
            <a:extLst>
              <a:ext uri="{FF2B5EF4-FFF2-40B4-BE49-F238E27FC236}">
                <a16:creationId xmlns:a16="http://schemas.microsoft.com/office/drawing/2014/main" id="{6C3E2A08-BD29-B81C-64C7-3C5EF8685B6C}"/>
              </a:ext>
            </a:extLst>
          </p:cNvPr>
          <p:cNvSpPr/>
          <p:nvPr/>
        </p:nvSpPr>
        <p:spPr>
          <a:xfrm>
            <a:off x="3319510" y="4553973"/>
            <a:ext cx="741164" cy="257175"/>
          </a:xfrm>
          <a:prstGeom prst="roundRect">
            <a:avLst/>
          </a:prstGeom>
          <a:solidFill>
            <a:srgbClr val="FFFFFF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50" name="Image 9" descr="preencoded.png">
            <a:extLst>
              <a:ext uri="{FF2B5EF4-FFF2-40B4-BE49-F238E27FC236}">
                <a16:creationId xmlns:a16="http://schemas.microsoft.com/office/drawing/2014/main" id="{B71F7B18-15C8-B02F-1E70-F6C3356E4A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6666" y="4636126"/>
            <a:ext cx="92869" cy="92869"/>
          </a:xfrm>
          <a:prstGeom prst="rect">
            <a:avLst/>
          </a:prstGeom>
        </p:spPr>
      </p:pic>
      <p:sp>
        <p:nvSpPr>
          <p:cNvPr id="51" name="Text 39">
            <a:extLst>
              <a:ext uri="{FF2B5EF4-FFF2-40B4-BE49-F238E27FC236}">
                <a16:creationId xmlns:a16="http://schemas.microsoft.com/office/drawing/2014/main" id="{5BF4AEA2-6D8F-A52B-AB47-5142F13F8ABA}"/>
              </a:ext>
            </a:extLst>
          </p:cNvPr>
          <p:cNvSpPr/>
          <p:nvPr/>
        </p:nvSpPr>
        <p:spPr>
          <a:xfrm>
            <a:off x="3576685" y="4632547"/>
            <a:ext cx="331822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신뢰 경험</a:t>
            </a:r>
            <a:endParaRPr lang="en-US" sz="650" dirty="0"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AD2F295-623F-B554-EBA8-072EC05B9EED}"/>
              </a:ext>
            </a:extLst>
          </p:cNvPr>
          <p:cNvGrpSpPr/>
          <p:nvPr/>
        </p:nvGrpSpPr>
        <p:grpSpPr>
          <a:xfrm>
            <a:off x="785813" y="3280600"/>
            <a:ext cx="3368417" cy="541925"/>
            <a:chOff x="785813" y="3280600"/>
            <a:chExt cx="3368417" cy="541925"/>
          </a:xfrm>
        </p:grpSpPr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3BB41ABD-7021-8AD3-1F43-BDF6ADA95181}"/>
                </a:ext>
              </a:extLst>
            </p:cNvPr>
            <p:cNvSpPr/>
            <p:nvPr/>
          </p:nvSpPr>
          <p:spPr>
            <a:xfrm>
              <a:off x="1485900" y="3297245"/>
              <a:ext cx="987899" cy="1647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l">
                <a:lnSpc>
                  <a:spcPct val="100800"/>
                </a:lnSpc>
                <a:buNone/>
              </a:pPr>
              <a:r>
                <a:rPr lang="en-US" sz="1100" b="1" kern="0" spc="-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역마진 우려 감소</a:t>
              </a:r>
              <a:endParaRPr lang="en-US" sz="1100" dirty="0"/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8F9F2DBF-AD20-FC9D-3EDE-7C6C03DCA17C}"/>
                </a:ext>
              </a:extLst>
            </p:cNvPr>
            <p:cNvSpPr/>
            <p:nvPr/>
          </p:nvSpPr>
          <p:spPr>
            <a:xfrm>
              <a:off x="1485900" y="3559311"/>
              <a:ext cx="2668330" cy="2632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18400"/>
                </a:lnSpc>
                <a:buNone/>
              </a:pPr>
              <a:r>
                <a:rPr lang="ko-KR" altLang="en-US" sz="7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자동 계산을 통해 </a:t>
              </a:r>
              <a:r>
                <a:rPr lang="en-US" sz="75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가격</a:t>
              </a:r>
              <a:r>
                <a:rPr lang="en-US" sz="7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실수를 예방하고 초보 셀러의 심리적 부담을 낮춥니다.</a:t>
              </a:r>
              <a:endParaRPr lang="en-US" sz="750" dirty="0"/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860F4975-2911-1413-70AF-C1EBE39EC4EC}"/>
                </a:ext>
              </a:extLst>
            </p:cNvPr>
            <p:cNvGrpSpPr/>
            <p:nvPr/>
          </p:nvGrpSpPr>
          <p:grpSpPr>
            <a:xfrm>
              <a:off x="785813" y="3280600"/>
              <a:ext cx="500063" cy="500063"/>
              <a:chOff x="785813" y="3280600"/>
              <a:chExt cx="500063" cy="500063"/>
            </a:xfrm>
          </p:grpSpPr>
          <p:sp>
            <p:nvSpPr>
              <p:cNvPr id="18" name="Shape 13">
                <a:extLst>
                  <a:ext uri="{FF2B5EF4-FFF2-40B4-BE49-F238E27FC236}">
                    <a16:creationId xmlns:a16="http://schemas.microsoft.com/office/drawing/2014/main" id="{2CDD8AAA-5E86-0BB4-5F6C-703D473EC4E1}"/>
                  </a:ext>
                </a:extLst>
              </p:cNvPr>
              <p:cNvSpPr/>
              <p:nvPr/>
            </p:nvSpPr>
            <p:spPr>
              <a:xfrm>
                <a:off x="785813" y="3280600"/>
                <a:ext cx="500063" cy="500063"/>
              </a:xfrm>
              <a:prstGeom prst="ellipse">
                <a:avLst/>
              </a:prstGeom>
              <a:solidFill>
                <a:srgbClr val="0669D5"/>
              </a:solidFill>
              <a:ln/>
            </p:spPr>
            <p:txBody>
              <a:bodyPr anchor="ctr"/>
              <a:lstStyle/>
              <a:p>
                <a:endParaRPr lang="ko-KR" altLang="en-US"/>
              </a:p>
            </p:txBody>
          </p:sp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0291701F-161B-655E-4A6D-8592037897CA}"/>
                  </a:ext>
                </a:extLst>
              </p:cNvPr>
              <p:cNvGrpSpPr/>
              <p:nvPr/>
            </p:nvGrpSpPr>
            <p:grpSpPr>
              <a:xfrm>
                <a:off x="952995" y="3409043"/>
                <a:ext cx="161904" cy="255731"/>
                <a:chOff x="959819" y="3422691"/>
                <a:chExt cx="161904" cy="255731"/>
              </a:xfrm>
            </p:grpSpPr>
            <p:sp>
              <p:nvSpPr>
                <p:cNvPr id="19" name="Text 14">
                  <a:extLst>
                    <a:ext uri="{FF2B5EF4-FFF2-40B4-BE49-F238E27FC236}">
                      <a16:creationId xmlns:a16="http://schemas.microsoft.com/office/drawing/2014/main" id="{FCE6536E-CF4A-8957-7961-0A7B62C4F006}"/>
                    </a:ext>
                  </a:extLst>
                </p:cNvPr>
                <p:cNvSpPr/>
                <p:nvPr/>
              </p:nvSpPr>
              <p:spPr>
                <a:xfrm>
                  <a:off x="959819" y="3601478"/>
                  <a:ext cx="161904" cy="76944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indent="0" algn="l">
                    <a:buNone/>
                  </a:pPr>
                  <a:r>
                    <a:rPr lang="en-US" sz="500" b="1" dirty="0">
                      <a:solidFill>
                        <a:srgbClr val="FFFFFF"/>
                      </a:solidFill>
                      <a:latin typeface="Noto Sans KR Black" pitchFamily="34" charset="0"/>
                      <a:ea typeface="Noto Sans KR Black" pitchFamily="34" charset="-122"/>
                      <a:cs typeface="Noto Sans KR Black" pitchFamily="34" charset="-120"/>
                    </a:rPr>
                    <a:t>SAFE</a:t>
                  </a:r>
                  <a:endParaRPr lang="en-US" sz="500" dirty="0"/>
                </a:p>
              </p:txBody>
            </p:sp>
            <p:grpSp>
              <p:nvGrpSpPr>
                <p:cNvPr id="71" name="그래픽 56">
                  <a:extLst>
                    <a:ext uri="{FF2B5EF4-FFF2-40B4-BE49-F238E27FC236}">
                      <a16:creationId xmlns:a16="http://schemas.microsoft.com/office/drawing/2014/main" id="{F46E5E31-6F58-9E90-906C-83468EB0021A}"/>
                    </a:ext>
                  </a:extLst>
                </p:cNvPr>
                <p:cNvGrpSpPr/>
                <p:nvPr/>
              </p:nvGrpSpPr>
              <p:grpSpPr>
                <a:xfrm>
                  <a:off x="982342" y="3422691"/>
                  <a:ext cx="109296" cy="136620"/>
                  <a:chOff x="-381726" y="3446167"/>
                  <a:chExt cx="109296" cy="136620"/>
                </a:xfrm>
                <a:noFill/>
              </p:grpSpPr>
              <p:sp>
                <p:nvSpPr>
                  <p:cNvPr id="72" name="자유형: 도형 71">
                    <a:extLst>
                      <a:ext uri="{FF2B5EF4-FFF2-40B4-BE49-F238E27FC236}">
                        <a16:creationId xmlns:a16="http://schemas.microsoft.com/office/drawing/2014/main" id="{321DB25F-C643-63E3-EA84-75F96F0EF75D}"/>
                      </a:ext>
                    </a:extLst>
                  </p:cNvPr>
                  <p:cNvSpPr/>
                  <p:nvPr/>
                </p:nvSpPr>
                <p:spPr>
                  <a:xfrm>
                    <a:off x="-381726" y="3446167"/>
                    <a:ext cx="109296" cy="136620"/>
                  </a:xfrm>
                  <a:custGeom>
                    <a:avLst/>
                    <a:gdLst>
                      <a:gd name="csX0" fmla="*/ 54648 w 109296"/>
                      <a:gd name="csY0" fmla="*/ 136620 h 136620"/>
                      <a:gd name="csX1" fmla="*/ 109296 w 109296"/>
                      <a:gd name="csY1" fmla="*/ 68310 h 136620"/>
                      <a:gd name="csX2" fmla="*/ 109296 w 109296"/>
                      <a:gd name="csY2" fmla="*/ 20493 h 136620"/>
                      <a:gd name="csX3" fmla="*/ 54648 w 109296"/>
                      <a:gd name="csY3" fmla="*/ 0 h 136620"/>
                      <a:gd name="csX4" fmla="*/ 0 w 109296"/>
                      <a:gd name="csY4" fmla="*/ 20493 h 136620"/>
                      <a:gd name="csX5" fmla="*/ 0 w 109296"/>
                      <a:gd name="csY5" fmla="*/ 68310 h 136620"/>
                      <a:gd name="csX6" fmla="*/ 54648 w 109296"/>
                      <a:gd name="csY6" fmla="*/ 136620 h 13662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109296" h="136620">
                        <a:moveTo>
                          <a:pt x="54648" y="136620"/>
                        </a:moveTo>
                        <a:cubicBezTo>
                          <a:pt x="54648" y="136620"/>
                          <a:pt x="109296" y="109296"/>
                          <a:pt x="109296" y="68310"/>
                        </a:cubicBezTo>
                        <a:lnTo>
                          <a:pt x="109296" y="20493"/>
                        </a:lnTo>
                        <a:lnTo>
                          <a:pt x="54648" y="0"/>
                        </a:lnTo>
                        <a:lnTo>
                          <a:pt x="0" y="20493"/>
                        </a:lnTo>
                        <a:lnTo>
                          <a:pt x="0" y="68310"/>
                        </a:lnTo>
                        <a:cubicBezTo>
                          <a:pt x="0" y="109296"/>
                          <a:pt x="54648" y="136620"/>
                          <a:pt x="54648" y="136620"/>
                        </a:cubicBezTo>
                        <a:close/>
                      </a:path>
                    </a:pathLst>
                  </a:custGeom>
                  <a:noFill/>
                  <a:ln w="13494" cap="rnd">
                    <a:solidFill>
                      <a:srgbClr val="FFFFF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73" name="자유형: 도형 72">
                    <a:extLst>
                      <a:ext uri="{FF2B5EF4-FFF2-40B4-BE49-F238E27FC236}">
                        <a16:creationId xmlns:a16="http://schemas.microsoft.com/office/drawing/2014/main" id="{2911255D-05FD-F910-E60C-B76E51865FE0}"/>
                      </a:ext>
                    </a:extLst>
                  </p:cNvPr>
                  <p:cNvSpPr/>
                  <p:nvPr/>
                </p:nvSpPr>
                <p:spPr>
                  <a:xfrm>
                    <a:off x="-347571" y="3493984"/>
                    <a:ext cx="40986" cy="27324"/>
                  </a:xfrm>
                  <a:custGeom>
                    <a:avLst/>
                    <a:gdLst>
                      <a:gd name="csX0" fmla="*/ 0 w 40986"/>
                      <a:gd name="csY0" fmla="*/ 13663 h 27324"/>
                      <a:gd name="csX1" fmla="*/ 13662 w 40986"/>
                      <a:gd name="csY1" fmla="*/ 27325 h 27324"/>
                      <a:gd name="csX2" fmla="*/ 40986 w 40986"/>
                      <a:gd name="csY2" fmla="*/ 1 h 27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40986" h="27324">
                        <a:moveTo>
                          <a:pt x="0" y="13663"/>
                        </a:moveTo>
                        <a:lnTo>
                          <a:pt x="13662" y="27325"/>
                        </a:lnTo>
                        <a:lnTo>
                          <a:pt x="40986" y="1"/>
                        </a:lnTo>
                      </a:path>
                    </a:pathLst>
                  </a:custGeom>
                  <a:noFill/>
                  <a:ln w="13494" cap="rnd">
                    <a:solidFill>
                      <a:srgbClr val="FFFFF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989011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E4FB2-F229-1B5E-8117-0CB77932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E64F7B0-42C5-0A40-6013-402DC1A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473D22D-FDAC-7B8F-A855-31EBBEDD9112}"/>
              </a:ext>
            </a:extLst>
          </p:cNvPr>
          <p:cNvSpPr/>
          <p:nvPr/>
        </p:nvSpPr>
        <p:spPr>
          <a:xfrm>
            <a:off x="571500" y="420030"/>
            <a:ext cx="4929188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07 · </a:t>
            </a:r>
            <a:r>
              <a:rPr lang="ko-KR" alt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예시 화면</a:t>
            </a:r>
            <a:endParaRPr lang="en-US" sz="750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5C417B9C-DE27-B580-D41A-ECE5D24A3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80675"/>
            <a:ext cx="8122334" cy="3157739"/>
          </a:xfrm>
          <a:prstGeom prst="rect">
            <a:avLst/>
          </a:prstGeom>
          <a:ln>
            <a:solidFill>
              <a:srgbClr val="D8EEF3"/>
            </a:solidFill>
          </a:ln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D804C136-243C-BD3E-8777-AF488E6AD6BC}"/>
              </a:ext>
            </a:extLst>
          </p:cNvPr>
          <p:cNvSpPr/>
          <p:nvPr/>
        </p:nvSpPr>
        <p:spPr>
          <a:xfrm>
            <a:off x="6328955" y="1546137"/>
            <a:ext cx="1015382" cy="155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B8B8407-75D3-0253-3A32-BE5714DB5DF1}"/>
              </a:ext>
            </a:extLst>
          </p:cNvPr>
          <p:cNvSpPr/>
          <p:nvPr/>
        </p:nvSpPr>
        <p:spPr>
          <a:xfrm>
            <a:off x="581800" y="2841514"/>
            <a:ext cx="816931" cy="139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5A353A7-036B-CF74-B204-8360A1B534D8}"/>
              </a:ext>
            </a:extLst>
          </p:cNvPr>
          <p:cNvCxnSpPr>
            <a:cxnSpLocks/>
          </p:cNvCxnSpPr>
          <p:nvPr/>
        </p:nvCxnSpPr>
        <p:spPr>
          <a:xfrm flipV="1">
            <a:off x="1515291" y="1763055"/>
            <a:ext cx="4647756" cy="1136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Shape 28">
            <a:extLst>
              <a:ext uri="{FF2B5EF4-FFF2-40B4-BE49-F238E27FC236}">
                <a16:creationId xmlns:a16="http://schemas.microsoft.com/office/drawing/2014/main" id="{E1458B75-EB07-96C6-DD26-49D7C186BE13}"/>
              </a:ext>
            </a:extLst>
          </p:cNvPr>
          <p:cNvSpPr/>
          <p:nvPr/>
        </p:nvSpPr>
        <p:spPr>
          <a:xfrm>
            <a:off x="555676" y="4089541"/>
            <a:ext cx="8138158" cy="792495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 dirty="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8581CE45-40F5-1732-D19C-454243F90D1B}"/>
              </a:ext>
            </a:extLst>
          </p:cNvPr>
          <p:cNvSpPr/>
          <p:nvPr/>
        </p:nvSpPr>
        <p:spPr>
          <a:xfrm>
            <a:off x="1011930" y="4422629"/>
            <a:ext cx="406522" cy="1263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800" b="1" kern="0" spc="-1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</a:rPr>
              <a:t>화면 경로</a:t>
            </a:r>
            <a:endParaRPr lang="en-US" sz="800" dirty="0"/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08B2DD6A-5C93-BB09-30C3-80EE351280D1}"/>
              </a:ext>
            </a:extLst>
          </p:cNvPr>
          <p:cNvSpPr/>
          <p:nvPr/>
        </p:nvSpPr>
        <p:spPr>
          <a:xfrm>
            <a:off x="2143125" y="4208232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1D745A5E-FC73-BB95-52F7-65FA77D15339}"/>
              </a:ext>
            </a:extLst>
          </p:cNvPr>
          <p:cNvSpPr/>
          <p:nvPr/>
        </p:nvSpPr>
        <p:spPr>
          <a:xfrm>
            <a:off x="2727127" y="4334133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1</a:t>
            </a:r>
            <a:endParaRPr lang="en-US" sz="650" dirty="0"/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468AF119-F35D-3DA2-37A0-3A4CB24BF226}"/>
              </a:ext>
            </a:extLst>
          </p:cNvPr>
          <p:cNvSpPr/>
          <p:nvPr/>
        </p:nvSpPr>
        <p:spPr>
          <a:xfrm>
            <a:off x="2543783" y="4521106"/>
            <a:ext cx="695703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750" b="1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쇼핑몰관리 메뉴</a:t>
            </a:r>
            <a:endParaRPr lang="en-US" sz="75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3A83BA07-FAAD-300A-D140-F33AFCF8ECA8}"/>
              </a:ext>
            </a:extLst>
          </p:cNvPr>
          <p:cNvSpPr/>
          <p:nvPr/>
        </p:nvSpPr>
        <p:spPr>
          <a:xfrm>
            <a:off x="3718322" y="4208232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C9E93562-AAAA-84C6-24C8-63775890BC8C}"/>
              </a:ext>
            </a:extLst>
          </p:cNvPr>
          <p:cNvSpPr/>
          <p:nvPr/>
        </p:nvSpPr>
        <p:spPr>
          <a:xfrm>
            <a:off x="4302323" y="4334133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2</a:t>
            </a:r>
            <a:endParaRPr lang="en-US" sz="650" dirty="0"/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95532E7F-BE2E-DDDB-3B74-6E5FAE96D32A}"/>
              </a:ext>
            </a:extLst>
          </p:cNvPr>
          <p:cNvSpPr/>
          <p:nvPr/>
        </p:nvSpPr>
        <p:spPr>
          <a:xfrm>
            <a:off x="4007805" y="4521106"/>
            <a:ext cx="91050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ko-KR" alt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쇼핑몰 부가정보 클릭</a:t>
            </a:r>
            <a:endParaRPr lang="en-US" sz="750" dirty="0"/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CE052A3F-41B2-47B6-A62D-C168C891C39C}"/>
              </a:ext>
            </a:extLst>
          </p:cNvPr>
          <p:cNvSpPr/>
          <p:nvPr/>
        </p:nvSpPr>
        <p:spPr>
          <a:xfrm>
            <a:off x="5293519" y="4208232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BC2516BC-821D-2B2B-1F69-AE8FB5B660C5}"/>
              </a:ext>
            </a:extLst>
          </p:cNvPr>
          <p:cNvSpPr/>
          <p:nvPr/>
        </p:nvSpPr>
        <p:spPr>
          <a:xfrm>
            <a:off x="5877520" y="4334133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3</a:t>
            </a:r>
            <a:endParaRPr lang="en-US" sz="650" dirty="0"/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760F1E94-7C69-0CA0-109B-F4ADCACAB454}"/>
              </a:ext>
            </a:extLst>
          </p:cNvPr>
          <p:cNvSpPr/>
          <p:nvPr/>
        </p:nvSpPr>
        <p:spPr>
          <a:xfrm>
            <a:off x="5625047" y="4521106"/>
            <a:ext cx="791883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750" b="1" dirty="0" err="1">
                <a:solidFill>
                  <a:srgbClr val="1E2A3A"/>
                </a:solidFill>
                <a:latin typeface="Noto Sans KR ExtraBold" pitchFamily="34" charset="0"/>
              </a:rPr>
              <a:t>쇼핑몰아이디</a:t>
            </a:r>
            <a:r>
              <a:rPr lang="ko-KR" altLang="en-US" sz="750" b="1" dirty="0">
                <a:solidFill>
                  <a:srgbClr val="1E2A3A"/>
                </a:solidFill>
                <a:latin typeface="Noto Sans KR ExtraBold" pitchFamily="34" charset="0"/>
              </a:rPr>
              <a:t> 선택</a:t>
            </a:r>
            <a:endParaRPr lang="en-US" sz="750" dirty="0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0C464358-C54D-6B57-BA6B-B0EABF2CB8D1}"/>
              </a:ext>
            </a:extLst>
          </p:cNvPr>
          <p:cNvSpPr/>
          <p:nvPr/>
        </p:nvSpPr>
        <p:spPr>
          <a:xfrm>
            <a:off x="6868716" y="4208232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165628B2-4003-888D-D1D2-074FB4800830}"/>
              </a:ext>
            </a:extLst>
          </p:cNvPr>
          <p:cNvSpPr/>
          <p:nvPr/>
        </p:nvSpPr>
        <p:spPr>
          <a:xfrm>
            <a:off x="7452717" y="4334133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4</a:t>
            </a:r>
            <a:endParaRPr lang="en-US" sz="650" dirty="0"/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386C770E-973E-CA61-EFEF-DE2E8CFB599E}"/>
              </a:ext>
            </a:extLst>
          </p:cNvPr>
          <p:cNvSpPr/>
          <p:nvPr/>
        </p:nvSpPr>
        <p:spPr>
          <a:xfrm>
            <a:off x="7296424" y="4521106"/>
            <a:ext cx="599523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신규등록 클릭</a:t>
            </a:r>
            <a:endParaRPr lang="en-US" altLang="ko-KR" sz="750" dirty="0"/>
          </a:p>
        </p:txBody>
      </p:sp>
    </p:spTree>
    <p:extLst>
      <p:ext uri="{BB962C8B-B14F-4D97-AF65-F5344CB8AC3E}">
        <p14:creationId xmlns:p14="http://schemas.microsoft.com/office/powerpoint/2010/main" val="869830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F3263-3AFB-8923-C887-120A4C72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EC5F2A9-3A54-EF38-18C2-FF1C1DEE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513673C-078E-BE45-F3F1-3850993353B5}"/>
              </a:ext>
            </a:extLst>
          </p:cNvPr>
          <p:cNvSpPr/>
          <p:nvPr/>
        </p:nvSpPr>
        <p:spPr>
          <a:xfrm>
            <a:off x="571500" y="420030"/>
            <a:ext cx="4929188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07 · </a:t>
            </a:r>
            <a:r>
              <a:rPr lang="ko-KR" alt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예시 화면</a:t>
            </a:r>
            <a:endParaRPr lang="en-US" sz="75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E8ACA7C-1F1B-18C4-0943-B7171C3F5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09340"/>
            <a:ext cx="8112613" cy="3161661"/>
          </a:xfrm>
          <a:prstGeom prst="rect">
            <a:avLst/>
          </a:prstGeom>
          <a:ln>
            <a:solidFill>
              <a:srgbClr val="D8EEF3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026BCDD-293B-24C5-E343-B0D0BD806914}"/>
              </a:ext>
            </a:extLst>
          </p:cNvPr>
          <p:cNvSpPr/>
          <p:nvPr/>
        </p:nvSpPr>
        <p:spPr>
          <a:xfrm>
            <a:off x="673743" y="2344121"/>
            <a:ext cx="5496338" cy="567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Shape 28">
            <a:extLst>
              <a:ext uri="{FF2B5EF4-FFF2-40B4-BE49-F238E27FC236}">
                <a16:creationId xmlns:a16="http://schemas.microsoft.com/office/drawing/2014/main" id="{78DF3504-7FEF-E5EB-1D76-79769701EDBA}"/>
              </a:ext>
            </a:extLst>
          </p:cNvPr>
          <p:cNvSpPr/>
          <p:nvPr/>
        </p:nvSpPr>
        <p:spPr>
          <a:xfrm>
            <a:off x="571499" y="4089541"/>
            <a:ext cx="8112613" cy="792495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A65D6240-27CC-1759-5775-FA51D97426D4}"/>
              </a:ext>
            </a:extLst>
          </p:cNvPr>
          <p:cNvSpPr/>
          <p:nvPr/>
        </p:nvSpPr>
        <p:spPr>
          <a:xfrm>
            <a:off x="1011930" y="4422629"/>
            <a:ext cx="406522" cy="1263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800" b="1" kern="0" spc="-1" dirty="0">
                <a:solidFill>
                  <a:srgbClr val="5A6673"/>
                </a:solidFill>
                <a:latin typeface="Noto Sans KR Bold" pitchFamily="34" charset="0"/>
                <a:ea typeface="Noto Sans KR Bold" pitchFamily="34" charset="-122"/>
              </a:rPr>
              <a:t>화면 경로</a:t>
            </a:r>
            <a:endParaRPr lang="en-US" sz="800" dirty="0"/>
          </a:p>
        </p:txBody>
      </p:sp>
      <p:sp>
        <p:nvSpPr>
          <p:cNvPr id="12" name="Shape 28">
            <a:extLst>
              <a:ext uri="{FF2B5EF4-FFF2-40B4-BE49-F238E27FC236}">
                <a16:creationId xmlns:a16="http://schemas.microsoft.com/office/drawing/2014/main" id="{BAD405EA-45FD-63EF-86E0-3D21C5BB7118}"/>
              </a:ext>
            </a:extLst>
          </p:cNvPr>
          <p:cNvSpPr/>
          <p:nvPr/>
        </p:nvSpPr>
        <p:spPr>
          <a:xfrm>
            <a:off x="2143125" y="4208232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3" name="Text 29">
            <a:extLst>
              <a:ext uri="{FF2B5EF4-FFF2-40B4-BE49-F238E27FC236}">
                <a16:creationId xmlns:a16="http://schemas.microsoft.com/office/drawing/2014/main" id="{7AA83BBF-F926-DD45-4D8B-6EE46F3C1FD9}"/>
              </a:ext>
            </a:extLst>
          </p:cNvPr>
          <p:cNvSpPr/>
          <p:nvPr/>
        </p:nvSpPr>
        <p:spPr>
          <a:xfrm>
            <a:off x="2727127" y="4334133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1</a:t>
            </a:r>
            <a:endParaRPr lang="en-US" sz="650" dirty="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CE06022E-58C9-5211-DB41-65F6D4AE687A}"/>
              </a:ext>
            </a:extLst>
          </p:cNvPr>
          <p:cNvSpPr/>
          <p:nvPr/>
        </p:nvSpPr>
        <p:spPr>
          <a:xfrm>
            <a:off x="2273911" y="4521106"/>
            <a:ext cx="1099660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마진율 설정 </a:t>
            </a:r>
            <a:r>
              <a:rPr lang="en-US" altLang="ko-KR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&gt; </a:t>
            </a:r>
            <a:r>
              <a:rPr lang="ko-KR" alt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설정함 클릭</a:t>
            </a:r>
            <a:endParaRPr lang="en-US" sz="7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0F1896D-FC7C-C7FE-E39F-F67C2BE29102}"/>
              </a:ext>
            </a:extLst>
          </p:cNvPr>
          <p:cNvSpPr/>
          <p:nvPr/>
        </p:nvSpPr>
        <p:spPr>
          <a:xfrm>
            <a:off x="3718322" y="4208232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B7FD517B-E345-9CA9-69AB-069773E569E7}"/>
              </a:ext>
            </a:extLst>
          </p:cNvPr>
          <p:cNvSpPr/>
          <p:nvPr/>
        </p:nvSpPr>
        <p:spPr>
          <a:xfrm>
            <a:off x="4302323" y="4334133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2</a:t>
            </a:r>
            <a:endParaRPr lang="en-US" sz="650" dirty="0"/>
          </a:p>
        </p:txBody>
      </p:sp>
      <p:sp>
        <p:nvSpPr>
          <p:cNvPr id="17" name="Text 33">
            <a:extLst>
              <a:ext uri="{FF2B5EF4-FFF2-40B4-BE49-F238E27FC236}">
                <a16:creationId xmlns:a16="http://schemas.microsoft.com/office/drawing/2014/main" id="{91B5B2B0-FB40-BF40-2806-A7FD8CCF11CB}"/>
              </a:ext>
            </a:extLst>
          </p:cNvPr>
          <p:cNvSpPr/>
          <p:nvPr/>
        </p:nvSpPr>
        <p:spPr>
          <a:xfrm>
            <a:off x="4187998" y="4521106"/>
            <a:ext cx="503343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ko-KR" alt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마진율</a:t>
            </a:r>
            <a:r>
              <a:rPr lang="en-US" altLang="ko-KR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 </a:t>
            </a:r>
            <a:r>
              <a:rPr lang="ko-KR" alt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입력</a:t>
            </a:r>
            <a:endParaRPr lang="en-US" sz="750" dirty="0"/>
          </a:p>
        </p:txBody>
      </p:sp>
      <p:sp>
        <p:nvSpPr>
          <p:cNvPr id="18" name="Shape 34">
            <a:extLst>
              <a:ext uri="{FF2B5EF4-FFF2-40B4-BE49-F238E27FC236}">
                <a16:creationId xmlns:a16="http://schemas.microsoft.com/office/drawing/2014/main" id="{81A56954-8098-ABEB-A158-60994D23774B}"/>
              </a:ext>
            </a:extLst>
          </p:cNvPr>
          <p:cNvSpPr/>
          <p:nvPr/>
        </p:nvSpPr>
        <p:spPr>
          <a:xfrm>
            <a:off x="5293519" y="4208232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19" name="Text 35">
            <a:extLst>
              <a:ext uri="{FF2B5EF4-FFF2-40B4-BE49-F238E27FC236}">
                <a16:creationId xmlns:a16="http://schemas.microsoft.com/office/drawing/2014/main" id="{169D759A-3218-B7FC-A8A9-D045D0F9D583}"/>
              </a:ext>
            </a:extLst>
          </p:cNvPr>
          <p:cNvSpPr/>
          <p:nvPr/>
        </p:nvSpPr>
        <p:spPr>
          <a:xfrm>
            <a:off x="5877520" y="4334133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3</a:t>
            </a:r>
            <a:endParaRPr lang="en-US" sz="650" dirty="0"/>
          </a:p>
        </p:txBody>
      </p:sp>
      <p:sp>
        <p:nvSpPr>
          <p:cNvPr id="20" name="Text 36">
            <a:extLst>
              <a:ext uri="{FF2B5EF4-FFF2-40B4-BE49-F238E27FC236}">
                <a16:creationId xmlns:a16="http://schemas.microsoft.com/office/drawing/2014/main" id="{C918861D-34B6-229E-C82F-58BEE9FC1C54}"/>
              </a:ext>
            </a:extLst>
          </p:cNvPr>
          <p:cNvSpPr/>
          <p:nvPr/>
        </p:nvSpPr>
        <p:spPr>
          <a:xfrm>
            <a:off x="5625047" y="4521106"/>
            <a:ext cx="91050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ko-KR" altLang="en-US" sz="750" b="1" dirty="0">
                <a:solidFill>
                  <a:srgbClr val="1E2A3A"/>
                </a:solidFill>
                <a:latin typeface="Noto Sans KR ExtraBold" pitchFamily="34" charset="0"/>
              </a:rPr>
              <a:t>쇼핑몰 수수료율 입력</a:t>
            </a:r>
            <a:endParaRPr lang="en-US" sz="750" dirty="0"/>
          </a:p>
        </p:txBody>
      </p:sp>
      <p:sp>
        <p:nvSpPr>
          <p:cNvPr id="21" name="Shape 37">
            <a:extLst>
              <a:ext uri="{FF2B5EF4-FFF2-40B4-BE49-F238E27FC236}">
                <a16:creationId xmlns:a16="http://schemas.microsoft.com/office/drawing/2014/main" id="{147DA41D-8F14-B8BA-5DDD-435085330F5A}"/>
              </a:ext>
            </a:extLst>
          </p:cNvPr>
          <p:cNvSpPr/>
          <p:nvPr/>
        </p:nvSpPr>
        <p:spPr>
          <a:xfrm>
            <a:off x="6868716" y="4208232"/>
            <a:ext cx="1489472" cy="557213"/>
          </a:xfrm>
          <a:prstGeom prst="rect">
            <a:avLst/>
          </a:prstGeom>
          <a:solidFill>
            <a:srgbClr val="F4FBFC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22" name="Text 38">
            <a:extLst>
              <a:ext uri="{FF2B5EF4-FFF2-40B4-BE49-F238E27FC236}">
                <a16:creationId xmlns:a16="http://schemas.microsoft.com/office/drawing/2014/main" id="{81EC1963-4653-12C7-6893-67B061B93665}"/>
              </a:ext>
            </a:extLst>
          </p:cNvPr>
          <p:cNvSpPr/>
          <p:nvPr/>
        </p:nvSpPr>
        <p:spPr>
          <a:xfrm>
            <a:off x="7452717" y="4334133"/>
            <a:ext cx="28693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STEP 4</a:t>
            </a:r>
            <a:endParaRPr lang="en-US" sz="650" dirty="0"/>
          </a:p>
        </p:txBody>
      </p:sp>
      <p:sp>
        <p:nvSpPr>
          <p:cNvPr id="23" name="Text 39">
            <a:extLst>
              <a:ext uri="{FF2B5EF4-FFF2-40B4-BE49-F238E27FC236}">
                <a16:creationId xmlns:a16="http://schemas.microsoft.com/office/drawing/2014/main" id="{6BE44EE4-829E-EB56-82AA-8AEFE179CDBC}"/>
              </a:ext>
            </a:extLst>
          </p:cNvPr>
          <p:cNvSpPr/>
          <p:nvPr/>
        </p:nvSpPr>
        <p:spPr>
          <a:xfrm>
            <a:off x="7406664" y="4521106"/>
            <a:ext cx="41357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750" b="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저장 클릭</a:t>
            </a:r>
            <a:endParaRPr lang="en-US" altLang="ko-KR" sz="75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D3E8CE-4696-1DC7-F7B7-35012BDA7426}"/>
              </a:ext>
            </a:extLst>
          </p:cNvPr>
          <p:cNvSpPr/>
          <p:nvPr/>
        </p:nvSpPr>
        <p:spPr>
          <a:xfrm>
            <a:off x="8358187" y="1133812"/>
            <a:ext cx="267501" cy="209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9990A92-31F8-B0C3-36DB-2579F0B2A2EB}"/>
              </a:ext>
            </a:extLst>
          </p:cNvPr>
          <p:cNvCxnSpPr>
            <a:cxnSpLocks/>
          </p:cNvCxnSpPr>
          <p:nvPr/>
        </p:nvCxnSpPr>
        <p:spPr>
          <a:xfrm flipV="1">
            <a:off x="6246270" y="1210677"/>
            <a:ext cx="2053492" cy="1361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703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20030"/>
            <a:ext cx="485775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08 · </a:t>
            </a:r>
            <a:r>
              <a:rPr lang="ko-KR" alt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추가 질문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71500" y="714343"/>
            <a:ext cx="7892951" cy="4275668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C468679C-5C60-08F7-9394-CAFB750336A0}"/>
              </a:ext>
            </a:extLst>
          </p:cNvPr>
          <p:cNvGrpSpPr/>
          <p:nvPr/>
        </p:nvGrpSpPr>
        <p:grpSpPr>
          <a:xfrm>
            <a:off x="872430" y="1093610"/>
            <a:ext cx="7262745" cy="712601"/>
            <a:chOff x="872430" y="1093610"/>
            <a:chExt cx="7262745" cy="712601"/>
          </a:xfrm>
        </p:grpSpPr>
        <p:sp>
          <p:nvSpPr>
            <p:cNvPr id="9" name="Text 5"/>
            <p:cNvSpPr/>
            <p:nvPr/>
          </p:nvSpPr>
          <p:spPr>
            <a:xfrm>
              <a:off x="1443930" y="1093610"/>
              <a:ext cx="899862" cy="1751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99200"/>
                </a:lnSpc>
                <a:buNone/>
              </a:pPr>
              <a:r>
                <a:rPr lang="ko-KR" altLang="en-US" sz="1150" b="1" kern="0" spc="-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과제 접근 방식</a:t>
              </a:r>
              <a:endParaRPr lang="en-US" sz="115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1443930" y="1368784"/>
              <a:ext cx="6691245" cy="437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1600"/>
                </a:lnSpc>
                <a:buNone/>
              </a:pP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초기 셀러들의 높은 이탈율의 원인이 통합관리솔루션의 어려움 및 불편함에서 시작된다고 생각하였습니다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</a:p>
            <a:p>
              <a:pPr marL="0" indent="0" algn="l">
                <a:lnSpc>
                  <a:spcPct val="121600"/>
                </a:lnSpc>
                <a:buNone/>
              </a:pP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실제 저 자신이 초기 셀러라고 생각하여 직접 상품등록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~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주문수집까지 테스트를 진행해보았고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이전 회사의 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VOC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의 인사이트를 생각해보았습니다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</a:p>
            <a:p>
              <a:pPr>
                <a:lnSpc>
                  <a:spcPct val="121600"/>
                </a:lnSpc>
              </a:pP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이를 바탕으로 판매가 설정이 사용자들이 가장 많이 필요하고 어려움을 느끼는 부분이라고 판단하여 자동 마진 계산 기능을 생각하게 되었습니다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E05C572A-5C8C-0AD1-BDE4-4934047BC978}"/>
                </a:ext>
              </a:extLst>
            </p:cNvPr>
            <p:cNvGrpSpPr/>
            <p:nvPr/>
          </p:nvGrpSpPr>
          <p:grpSpPr>
            <a:xfrm>
              <a:off x="872430" y="1093610"/>
              <a:ext cx="385763" cy="385763"/>
              <a:chOff x="872430" y="1093610"/>
              <a:chExt cx="385763" cy="385763"/>
            </a:xfrm>
          </p:grpSpPr>
          <p:sp>
            <p:nvSpPr>
              <p:cNvPr id="7" name="Shape 4"/>
              <p:cNvSpPr/>
              <p:nvPr/>
            </p:nvSpPr>
            <p:spPr>
              <a:xfrm>
                <a:off x="872430" y="1093610"/>
                <a:ext cx="385763" cy="385763"/>
              </a:xfrm>
              <a:prstGeom prst="ellipse">
                <a:avLst/>
              </a:prstGeom>
              <a:solidFill>
                <a:srgbClr val="0669D5"/>
              </a:solidFill>
              <a:ln/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184A2031-C206-4AB0-0424-73C2F3F9CB9B}"/>
                  </a:ext>
                </a:extLst>
              </p:cNvPr>
              <p:cNvGrpSpPr/>
              <p:nvPr/>
            </p:nvGrpSpPr>
            <p:grpSpPr>
              <a:xfrm>
                <a:off x="970224" y="1165239"/>
                <a:ext cx="218662" cy="220571"/>
                <a:chOff x="1033241" y="1709837"/>
                <a:chExt cx="218662" cy="220571"/>
              </a:xfrm>
            </p:grpSpPr>
            <p:sp>
              <p:nvSpPr>
                <p:cNvPr id="58" name="자유형: 도형 57">
                  <a:extLst>
                    <a:ext uri="{FF2B5EF4-FFF2-40B4-BE49-F238E27FC236}">
                      <a16:creationId xmlns:a16="http://schemas.microsoft.com/office/drawing/2014/main" id="{AAACE1F5-BA28-F1FE-95A6-239FE4E7DF06}"/>
                    </a:ext>
                  </a:extLst>
                </p:cNvPr>
                <p:cNvSpPr/>
                <p:nvPr/>
              </p:nvSpPr>
              <p:spPr>
                <a:xfrm>
                  <a:off x="1101991" y="1806278"/>
                  <a:ext cx="52517" cy="53949"/>
                </a:xfrm>
                <a:custGeom>
                  <a:avLst/>
                  <a:gdLst>
                    <a:gd name="csX0" fmla="*/ 25304 w 52517"/>
                    <a:gd name="csY0" fmla="*/ 0 h 53949"/>
                    <a:gd name="csX1" fmla="*/ 21007 w 52517"/>
                    <a:gd name="csY1" fmla="*/ 477 h 53949"/>
                    <a:gd name="csX2" fmla="*/ 19097 w 52517"/>
                    <a:gd name="csY2" fmla="*/ 955 h 53949"/>
                    <a:gd name="csX3" fmla="*/ 17665 w 52517"/>
                    <a:gd name="csY3" fmla="*/ 1432 h 53949"/>
                    <a:gd name="csX4" fmla="*/ 16233 w 52517"/>
                    <a:gd name="csY4" fmla="*/ 1910 h 53949"/>
                    <a:gd name="csX5" fmla="*/ 13368 w 52517"/>
                    <a:gd name="csY5" fmla="*/ 3342 h 53949"/>
                    <a:gd name="csX6" fmla="*/ 11936 w 52517"/>
                    <a:gd name="csY6" fmla="*/ 4297 h 53949"/>
                    <a:gd name="csX7" fmla="*/ 10503 w 52517"/>
                    <a:gd name="csY7" fmla="*/ 5252 h 53949"/>
                    <a:gd name="csX8" fmla="*/ 5729 w 52517"/>
                    <a:gd name="csY8" fmla="*/ 10026 h 53949"/>
                    <a:gd name="csX9" fmla="*/ 4297 w 52517"/>
                    <a:gd name="csY9" fmla="*/ 11936 h 53949"/>
                    <a:gd name="csX10" fmla="*/ 1910 w 52517"/>
                    <a:gd name="csY10" fmla="*/ 16710 h 53949"/>
                    <a:gd name="csX11" fmla="*/ 1432 w 52517"/>
                    <a:gd name="csY11" fmla="*/ 18142 h 53949"/>
                    <a:gd name="csX12" fmla="*/ 955 w 52517"/>
                    <a:gd name="csY12" fmla="*/ 19575 h 53949"/>
                    <a:gd name="csX13" fmla="*/ 477 w 52517"/>
                    <a:gd name="csY13" fmla="*/ 21484 h 53949"/>
                    <a:gd name="csX14" fmla="*/ 0 w 52517"/>
                    <a:gd name="csY14" fmla="*/ 24349 h 53949"/>
                    <a:gd name="csX15" fmla="*/ 0 w 52517"/>
                    <a:gd name="csY15" fmla="*/ 30078 h 53949"/>
                    <a:gd name="csX16" fmla="*/ 477 w 52517"/>
                    <a:gd name="csY16" fmla="*/ 32943 h 53949"/>
                    <a:gd name="csX17" fmla="*/ 955 w 52517"/>
                    <a:gd name="csY17" fmla="*/ 34852 h 53949"/>
                    <a:gd name="csX18" fmla="*/ 1432 w 52517"/>
                    <a:gd name="csY18" fmla="*/ 36285 h 53949"/>
                    <a:gd name="csX19" fmla="*/ 1910 w 52517"/>
                    <a:gd name="csY19" fmla="*/ 37717 h 53949"/>
                    <a:gd name="csX20" fmla="*/ 3342 w 52517"/>
                    <a:gd name="csY20" fmla="*/ 40581 h 53949"/>
                    <a:gd name="csX21" fmla="*/ 4297 w 52517"/>
                    <a:gd name="csY21" fmla="*/ 42014 h 53949"/>
                    <a:gd name="csX22" fmla="*/ 5252 w 52517"/>
                    <a:gd name="csY22" fmla="*/ 43446 h 53949"/>
                    <a:gd name="csX23" fmla="*/ 7639 w 52517"/>
                    <a:gd name="csY23" fmla="*/ 45833 h 53949"/>
                    <a:gd name="csX24" fmla="*/ 8594 w 52517"/>
                    <a:gd name="csY24" fmla="*/ 46788 h 53949"/>
                    <a:gd name="csX25" fmla="*/ 10981 w 52517"/>
                    <a:gd name="csY25" fmla="*/ 49175 h 53949"/>
                    <a:gd name="csX26" fmla="*/ 12413 w 52517"/>
                    <a:gd name="csY26" fmla="*/ 50130 h 53949"/>
                    <a:gd name="csX27" fmla="*/ 13845 w 52517"/>
                    <a:gd name="csY27" fmla="*/ 50607 h 53949"/>
                    <a:gd name="csX28" fmla="*/ 14800 w 52517"/>
                    <a:gd name="csY28" fmla="*/ 51562 h 53949"/>
                    <a:gd name="csX29" fmla="*/ 15755 w 52517"/>
                    <a:gd name="csY29" fmla="*/ 52040 h 53949"/>
                    <a:gd name="csX30" fmla="*/ 17187 w 52517"/>
                    <a:gd name="csY30" fmla="*/ 52517 h 53949"/>
                    <a:gd name="csX31" fmla="*/ 18620 w 52517"/>
                    <a:gd name="csY31" fmla="*/ 52995 h 53949"/>
                    <a:gd name="csX32" fmla="*/ 20052 w 52517"/>
                    <a:gd name="csY32" fmla="*/ 53472 h 53949"/>
                    <a:gd name="csX33" fmla="*/ 22439 w 52517"/>
                    <a:gd name="csY33" fmla="*/ 53949 h 53949"/>
                    <a:gd name="csX34" fmla="*/ 30078 w 52517"/>
                    <a:gd name="csY34" fmla="*/ 53949 h 53949"/>
                    <a:gd name="csX35" fmla="*/ 32465 w 52517"/>
                    <a:gd name="csY35" fmla="*/ 53472 h 53949"/>
                    <a:gd name="csX36" fmla="*/ 33897 w 52517"/>
                    <a:gd name="csY36" fmla="*/ 52995 h 53949"/>
                    <a:gd name="csX37" fmla="*/ 35330 w 52517"/>
                    <a:gd name="csY37" fmla="*/ 52517 h 53949"/>
                    <a:gd name="csX38" fmla="*/ 36762 w 52517"/>
                    <a:gd name="csY38" fmla="*/ 52040 h 53949"/>
                    <a:gd name="csX39" fmla="*/ 39627 w 52517"/>
                    <a:gd name="csY39" fmla="*/ 50607 h 53949"/>
                    <a:gd name="csX40" fmla="*/ 41059 w 52517"/>
                    <a:gd name="csY40" fmla="*/ 49653 h 53949"/>
                    <a:gd name="csX41" fmla="*/ 42969 w 52517"/>
                    <a:gd name="csY41" fmla="*/ 48220 h 53949"/>
                    <a:gd name="csX42" fmla="*/ 46311 w 52517"/>
                    <a:gd name="csY42" fmla="*/ 44878 h 53949"/>
                    <a:gd name="csX43" fmla="*/ 47743 w 52517"/>
                    <a:gd name="csY43" fmla="*/ 42969 h 53949"/>
                    <a:gd name="csX44" fmla="*/ 48698 w 52517"/>
                    <a:gd name="csY44" fmla="*/ 41536 h 53949"/>
                    <a:gd name="csX45" fmla="*/ 51085 w 52517"/>
                    <a:gd name="csY45" fmla="*/ 36762 h 53949"/>
                    <a:gd name="csX46" fmla="*/ 51562 w 52517"/>
                    <a:gd name="csY46" fmla="*/ 35330 h 53949"/>
                    <a:gd name="csX47" fmla="*/ 52040 w 52517"/>
                    <a:gd name="csY47" fmla="*/ 33420 h 53949"/>
                    <a:gd name="csX48" fmla="*/ 52517 w 52517"/>
                    <a:gd name="csY48" fmla="*/ 30555 h 53949"/>
                    <a:gd name="csX49" fmla="*/ 52517 w 52517"/>
                    <a:gd name="csY49" fmla="*/ 27213 h 53949"/>
                    <a:gd name="csX50" fmla="*/ 51562 w 52517"/>
                    <a:gd name="csY50" fmla="*/ 27213 h 53949"/>
                    <a:gd name="csX51" fmla="*/ 50130 w 52517"/>
                    <a:gd name="csY51" fmla="*/ 27691 h 53949"/>
                    <a:gd name="csX52" fmla="*/ 48220 w 52517"/>
                    <a:gd name="csY52" fmla="*/ 28168 h 53949"/>
                    <a:gd name="csX53" fmla="*/ 46311 w 52517"/>
                    <a:gd name="csY53" fmla="*/ 28646 h 53949"/>
                    <a:gd name="csX54" fmla="*/ 44878 w 52517"/>
                    <a:gd name="csY54" fmla="*/ 29123 h 53949"/>
                    <a:gd name="csX55" fmla="*/ 42969 w 52517"/>
                    <a:gd name="csY55" fmla="*/ 29601 h 53949"/>
                    <a:gd name="csX56" fmla="*/ 41059 w 52517"/>
                    <a:gd name="csY56" fmla="*/ 30078 h 53949"/>
                    <a:gd name="csX57" fmla="*/ 39627 w 52517"/>
                    <a:gd name="csY57" fmla="*/ 30555 h 53949"/>
                    <a:gd name="csX58" fmla="*/ 37717 w 52517"/>
                    <a:gd name="csY58" fmla="*/ 31033 h 53949"/>
                    <a:gd name="csX59" fmla="*/ 35807 w 52517"/>
                    <a:gd name="csY59" fmla="*/ 31510 h 53949"/>
                    <a:gd name="csX60" fmla="*/ 33897 w 52517"/>
                    <a:gd name="csY60" fmla="*/ 32465 h 53949"/>
                    <a:gd name="csX61" fmla="*/ 31988 w 52517"/>
                    <a:gd name="csY61" fmla="*/ 32943 h 53949"/>
                    <a:gd name="csX62" fmla="*/ 30078 w 52517"/>
                    <a:gd name="csY62" fmla="*/ 33420 h 53949"/>
                    <a:gd name="csX63" fmla="*/ 28646 w 52517"/>
                    <a:gd name="csY63" fmla="*/ 33897 h 53949"/>
                    <a:gd name="csX64" fmla="*/ 26736 w 52517"/>
                    <a:gd name="csY64" fmla="*/ 34375 h 53949"/>
                    <a:gd name="csX65" fmla="*/ 25304 w 52517"/>
                    <a:gd name="csY65" fmla="*/ 34852 h 53949"/>
                    <a:gd name="csX66" fmla="*/ 23394 w 52517"/>
                    <a:gd name="csY66" fmla="*/ 35330 h 53949"/>
                    <a:gd name="csX67" fmla="*/ 21484 w 52517"/>
                    <a:gd name="csY67" fmla="*/ 35807 h 53949"/>
                    <a:gd name="csX68" fmla="*/ 20052 w 52517"/>
                    <a:gd name="csY68" fmla="*/ 36285 h 53949"/>
                    <a:gd name="csX69" fmla="*/ 18620 w 52517"/>
                    <a:gd name="csY69" fmla="*/ 36285 h 53949"/>
                    <a:gd name="csX70" fmla="*/ 17187 w 52517"/>
                    <a:gd name="csY70" fmla="*/ 36285 h 53949"/>
                    <a:gd name="csX71" fmla="*/ 17187 w 52517"/>
                    <a:gd name="csY71" fmla="*/ 35330 h 53949"/>
                    <a:gd name="csX72" fmla="*/ 17665 w 52517"/>
                    <a:gd name="csY72" fmla="*/ 33420 h 53949"/>
                    <a:gd name="csX73" fmla="*/ 18142 w 52517"/>
                    <a:gd name="csY73" fmla="*/ 31510 h 53949"/>
                    <a:gd name="csX74" fmla="*/ 18620 w 52517"/>
                    <a:gd name="csY74" fmla="*/ 30078 h 53949"/>
                    <a:gd name="csX75" fmla="*/ 19097 w 52517"/>
                    <a:gd name="csY75" fmla="*/ 28168 h 53949"/>
                    <a:gd name="csX76" fmla="*/ 19575 w 52517"/>
                    <a:gd name="csY76" fmla="*/ 26259 h 53949"/>
                    <a:gd name="csX77" fmla="*/ 20052 w 52517"/>
                    <a:gd name="csY77" fmla="*/ 24826 h 53949"/>
                    <a:gd name="csX78" fmla="*/ 20529 w 52517"/>
                    <a:gd name="csY78" fmla="*/ 22917 h 53949"/>
                    <a:gd name="csX79" fmla="*/ 21484 w 52517"/>
                    <a:gd name="csY79" fmla="*/ 21007 h 53949"/>
                    <a:gd name="csX80" fmla="*/ 21484 w 52517"/>
                    <a:gd name="csY80" fmla="*/ 19575 h 53949"/>
                    <a:gd name="csX81" fmla="*/ 22439 w 52517"/>
                    <a:gd name="csY81" fmla="*/ 17187 h 53949"/>
                    <a:gd name="csX82" fmla="*/ 22439 w 52517"/>
                    <a:gd name="csY82" fmla="*/ 15755 h 53949"/>
                    <a:gd name="csX83" fmla="*/ 23394 w 52517"/>
                    <a:gd name="csY83" fmla="*/ 13845 h 53949"/>
                    <a:gd name="csX84" fmla="*/ 23871 w 52517"/>
                    <a:gd name="csY84" fmla="*/ 11936 h 53949"/>
                    <a:gd name="csX85" fmla="*/ 24349 w 52517"/>
                    <a:gd name="csY85" fmla="*/ 10503 h 53949"/>
                    <a:gd name="csX86" fmla="*/ 24826 w 52517"/>
                    <a:gd name="csY86" fmla="*/ 8594 h 53949"/>
                    <a:gd name="csX87" fmla="*/ 25304 w 52517"/>
                    <a:gd name="csY87" fmla="*/ 6684 h 53949"/>
                    <a:gd name="csX88" fmla="*/ 25781 w 52517"/>
                    <a:gd name="csY88" fmla="*/ 4774 h 53949"/>
                    <a:gd name="csX89" fmla="*/ 26259 w 52517"/>
                    <a:gd name="csY89" fmla="*/ 2865 h 53949"/>
                    <a:gd name="csX90" fmla="*/ 26736 w 52517"/>
                    <a:gd name="csY90" fmla="*/ 1432 h 53949"/>
                    <a:gd name="csX91" fmla="*/ 26736 w 52517"/>
                    <a:gd name="csY91" fmla="*/ 0 h 539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</a:cxnLst>
                  <a:rect l="l" t="t" r="r" b="b"/>
                  <a:pathLst>
                    <a:path w="52517" h="53949">
                      <a:moveTo>
                        <a:pt x="25304" y="0"/>
                      </a:moveTo>
                      <a:lnTo>
                        <a:pt x="21007" y="477"/>
                      </a:lnTo>
                      <a:lnTo>
                        <a:pt x="19097" y="955"/>
                      </a:lnTo>
                      <a:lnTo>
                        <a:pt x="17665" y="1432"/>
                      </a:lnTo>
                      <a:lnTo>
                        <a:pt x="16233" y="1910"/>
                      </a:lnTo>
                      <a:lnTo>
                        <a:pt x="13368" y="3342"/>
                      </a:lnTo>
                      <a:lnTo>
                        <a:pt x="11936" y="4297"/>
                      </a:lnTo>
                      <a:lnTo>
                        <a:pt x="10503" y="5252"/>
                      </a:lnTo>
                      <a:lnTo>
                        <a:pt x="5729" y="10026"/>
                      </a:lnTo>
                      <a:lnTo>
                        <a:pt x="4297" y="11936"/>
                      </a:lnTo>
                      <a:lnTo>
                        <a:pt x="1910" y="16710"/>
                      </a:lnTo>
                      <a:lnTo>
                        <a:pt x="1432" y="18142"/>
                      </a:lnTo>
                      <a:lnTo>
                        <a:pt x="955" y="19575"/>
                      </a:lnTo>
                      <a:lnTo>
                        <a:pt x="477" y="21484"/>
                      </a:lnTo>
                      <a:lnTo>
                        <a:pt x="0" y="24349"/>
                      </a:lnTo>
                      <a:lnTo>
                        <a:pt x="0" y="30078"/>
                      </a:lnTo>
                      <a:lnTo>
                        <a:pt x="477" y="32943"/>
                      </a:lnTo>
                      <a:lnTo>
                        <a:pt x="955" y="34852"/>
                      </a:lnTo>
                      <a:lnTo>
                        <a:pt x="1432" y="36285"/>
                      </a:lnTo>
                      <a:lnTo>
                        <a:pt x="1910" y="37717"/>
                      </a:lnTo>
                      <a:lnTo>
                        <a:pt x="3342" y="40581"/>
                      </a:lnTo>
                      <a:lnTo>
                        <a:pt x="4297" y="42014"/>
                      </a:lnTo>
                      <a:lnTo>
                        <a:pt x="5252" y="43446"/>
                      </a:lnTo>
                      <a:lnTo>
                        <a:pt x="7639" y="45833"/>
                      </a:lnTo>
                      <a:lnTo>
                        <a:pt x="8594" y="46788"/>
                      </a:lnTo>
                      <a:lnTo>
                        <a:pt x="10981" y="49175"/>
                      </a:lnTo>
                      <a:lnTo>
                        <a:pt x="12413" y="50130"/>
                      </a:lnTo>
                      <a:lnTo>
                        <a:pt x="13845" y="50607"/>
                      </a:lnTo>
                      <a:lnTo>
                        <a:pt x="14800" y="51562"/>
                      </a:lnTo>
                      <a:lnTo>
                        <a:pt x="15755" y="52040"/>
                      </a:lnTo>
                      <a:lnTo>
                        <a:pt x="17187" y="52517"/>
                      </a:lnTo>
                      <a:lnTo>
                        <a:pt x="18620" y="52995"/>
                      </a:lnTo>
                      <a:lnTo>
                        <a:pt x="20052" y="53472"/>
                      </a:lnTo>
                      <a:lnTo>
                        <a:pt x="22439" y="53949"/>
                      </a:lnTo>
                      <a:lnTo>
                        <a:pt x="30078" y="53949"/>
                      </a:lnTo>
                      <a:lnTo>
                        <a:pt x="32465" y="53472"/>
                      </a:lnTo>
                      <a:lnTo>
                        <a:pt x="33897" y="52995"/>
                      </a:lnTo>
                      <a:lnTo>
                        <a:pt x="35330" y="52517"/>
                      </a:lnTo>
                      <a:lnTo>
                        <a:pt x="36762" y="52040"/>
                      </a:lnTo>
                      <a:lnTo>
                        <a:pt x="39627" y="50607"/>
                      </a:lnTo>
                      <a:lnTo>
                        <a:pt x="41059" y="49653"/>
                      </a:lnTo>
                      <a:lnTo>
                        <a:pt x="42969" y="48220"/>
                      </a:lnTo>
                      <a:lnTo>
                        <a:pt x="46311" y="44878"/>
                      </a:lnTo>
                      <a:lnTo>
                        <a:pt x="47743" y="42969"/>
                      </a:lnTo>
                      <a:lnTo>
                        <a:pt x="48698" y="41536"/>
                      </a:lnTo>
                      <a:lnTo>
                        <a:pt x="51085" y="36762"/>
                      </a:lnTo>
                      <a:lnTo>
                        <a:pt x="51562" y="35330"/>
                      </a:lnTo>
                      <a:lnTo>
                        <a:pt x="52040" y="33420"/>
                      </a:lnTo>
                      <a:lnTo>
                        <a:pt x="52517" y="30555"/>
                      </a:lnTo>
                      <a:lnTo>
                        <a:pt x="52517" y="27213"/>
                      </a:lnTo>
                      <a:lnTo>
                        <a:pt x="51562" y="27213"/>
                      </a:lnTo>
                      <a:lnTo>
                        <a:pt x="50130" y="27691"/>
                      </a:lnTo>
                      <a:lnTo>
                        <a:pt x="48220" y="28168"/>
                      </a:lnTo>
                      <a:lnTo>
                        <a:pt x="46311" y="28646"/>
                      </a:lnTo>
                      <a:lnTo>
                        <a:pt x="44878" y="29123"/>
                      </a:lnTo>
                      <a:lnTo>
                        <a:pt x="42969" y="29601"/>
                      </a:lnTo>
                      <a:lnTo>
                        <a:pt x="41059" y="30078"/>
                      </a:lnTo>
                      <a:lnTo>
                        <a:pt x="39627" y="30555"/>
                      </a:lnTo>
                      <a:lnTo>
                        <a:pt x="37717" y="31033"/>
                      </a:lnTo>
                      <a:lnTo>
                        <a:pt x="35807" y="31510"/>
                      </a:lnTo>
                      <a:lnTo>
                        <a:pt x="33897" y="32465"/>
                      </a:lnTo>
                      <a:lnTo>
                        <a:pt x="31988" y="32943"/>
                      </a:lnTo>
                      <a:lnTo>
                        <a:pt x="30078" y="33420"/>
                      </a:lnTo>
                      <a:lnTo>
                        <a:pt x="28646" y="33897"/>
                      </a:lnTo>
                      <a:lnTo>
                        <a:pt x="26736" y="34375"/>
                      </a:lnTo>
                      <a:lnTo>
                        <a:pt x="25304" y="34852"/>
                      </a:lnTo>
                      <a:lnTo>
                        <a:pt x="23394" y="35330"/>
                      </a:lnTo>
                      <a:lnTo>
                        <a:pt x="21484" y="35807"/>
                      </a:lnTo>
                      <a:lnTo>
                        <a:pt x="20052" y="36285"/>
                      </a:lnTo>
                      <a:lnTo>
                        <a:pt x="18620" y="36285"/>
                      </a:lnTo>
                      <a:lnTo>
                        <a:pt x="17187" y="36285"/>
                      </a:lnTo>
                      <a:lnTo>
                        <a:pt x="17187" y="35330"/>
                      </a:lnTo>
                      <a:lnTo>
                        <a:pt x="17665" y="33420"/>
                      </a:lnTo>
                      <a:lnTo>
                        <a:pt x="18142" y="31510"/>
                      </a:lnTo>
                      <a:lnTo>
                        <a:pt x="18620" y="30078"/>
                      </a:lnTo>
                      <a:lnTo>
                        <a:pt x="19097" y="28168"/>
                      </a:lnTo>
                      <a:lnTo>
                        <a:pt x="19575" y="26259"/>
                      </a:lnTo>
                      <a:lnTo>
                        <a:pt x="20052" y="24826"/>
                      </a:lnTo>
                      <a:lnTo>
                        <a:pt x="20529" y="22917"/>
                      </a:lnTo>
                      <a:lnTo>
                        <a:pt x="21484" y="21007"/>
                      </a:lnTo>
                      <a:lnTo>
                        <a:pt x="21484" y="19575"/>
                      </a:lnTo>
                      <a:lnTo>
                        <a:pt x="22439" y="17187"/>
                      </a:lnTo>
                      <a:lnTo>
                        <a:pt x="22439" y="15755"/>
                      </a:lnTo>
                      <a:lnTo>
                        <a:pt x="23394" y="13845"/>
                      </a:lnTo>
                      <a:lnTo>
                        <a:pt x="23871" y="11936"/>
                      </a:lnTo>
                      <a:lnTo>
                        <a:pt x="24349" y="10503"/>
                      </a:lnTo>
                      <a:lnTo>
                        <a:pt x="24826" y="8594"/>
                      </a:lnTo>
                      <a:lnTo>
                        <a:pt x="25304" y="6684"/>
                      </a:lnTo>
                      <a:lnTo>
                        <a:pt x="25781" y="4774"/>
                      </a:lnTo>
                      <a:lnTo>
                        <a:pt x="26259" y="2865"/>
                      </a:lnTo>
                      <a:lnTo>
                        <a:pt x="26736" y="1432"/>
                      </a:lnTo>
                      <a:lnTo>
                        <a:pt x="267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9" name="자유형: 도형 58">
                  <a:extLst>
                    <a:ext uri="{FF2B5EF4-FFF2-40B4-BE49-F238E27FC236}">
                      <a16:creationId xmlns:a16="http://schemas.microsoft.com/office/drawing/2014/main" id="{E3B76E29-EA60-EC79-3355-2E161DEC1217}"/>
                    </a:ext>
                  </a:extLst>
                </p:cNvPr>
                <p:cNvSpPr/>
                <p:nvPr/>
              </p:nvSpPr>
              <p:spPr>
                <a:xfrm>
                  <a:off x="1067139" y="1770471"/>
                  <a:ext cx="122221" cy="125563"/>
                </a:xfrm>
                <a:custGeom>
                  <a:avLst/>
                  <a:gdLst>
                    <a:gd name="csX0" fmla="*/ 55382 w 122221"/>
                    <a:gd name="csY0" fmla="*/ 0 h 125563"/>
                    <a:gd name="csX1" fmla="*/ 52040 w 122221"/>
                    <a:gd name="csY1" fmla="*/ 477 h 125563"/>
                    <a:gd name="csX2" fmla="*/ 49653 w 122221"/>
                    <a:gd name="csY2" fmla="*/ 955 h 125563"/>
                    <a:gd name="csX3" fmla="*/ 47265 w 122221"/>
                    <a:gd name="csY3" fmla="*/ 1432 h 125563"/>
                    <a:gd name="csX4" fmla="*/ 45356 w 122221"/>
                    <a:gd name="csY4" fmla="*/ 1910 h 125563"/>
                    <a:gd name="csX5" fmla="*/ 43923 w 122221"/>
                    <a:gd name="csY5" fmla="*/ 2387 h 125563"/>
                    <a:gd name="csX6" fmla="*/ 42491 w 122221"/>
                    <a:gd name="csY6" fmla="*/ 2865 h 125563"/>
                    <a:gd name="csX7" fmla="*/ 41059 w 122221"/>
                    <a:gd name="csY7" fmla="*/ 3342 h 125563"/>
                    <a:gd name="csX8" fmla="*/ 39627 w 122221"/>
                    <a:gd name="csY8" fmla="*/ 3819 h 125563"/>
                    <a:gd name="csX9" fmla="*/ 37239 w 122221"/>
                    <a:gd name="csY9" fmla="*/ 5252 h 125563"/>
                    <a:gd name="csX10" fmla="*/ 36285 w 122221"/>
                    <a:gd name="csY10" fmla="*/ 5252 h 125563"/>
                    <a:gd name="csX11" fmla="*/ 32465 w 122221"/>
                    <a:gd name="csY11" fmla="*/ 7161 h 125563"/>
                    <a:gd name="csX12" fmla="*/ 31510 w 122221"/>
                    <a:gd name="csY12" fmla="*/ 8116 h 125563"/>
                    <a:gd name="csX13" fmla="*/ 30078 w 122221"/>
                    <a:gd name="csY13" fmla="*/ 8594 h 125563"/>
                    <a:gd name="csX14" fmla="*/ 28646 w 122221"/>
                    <a:gd name="csY14" fmla="*/ 9549 h 125563"/>
                    <a:gd name="csX15" fmla="*/ 27213 w 122221"/>
                    <a:gd name="csY15" fmla="*/ 10503 h 125563"/>
                    <a:gd name="csX16" fmla="*/ 25781 w 122221"/>
                    <a:gd name="csY16" fmla="*/ 11458 h 125563"/>
                    <a:gd name="csX17" fmla="*/ 23871 w 122221"/>
                    <a:gd name="csY17" fmla="*/ 12891 h 125563"/>
                    <a:gd name="csX18" fmla="*/ 21484 w 122221"/>
                    <a:gd name="csY18" fmla="*/ 14800 h 125563"/>
                    <a:gd name="csX19" fmla="*/ 15755 w 122221"/>
                    <a:gd name="csY19" fmla="*/ 20529 h 125563"/>
                    <a:gd name="csX20" fmla="*/ 13368 w 122221"/>
                    <a:gd name="csY20" fmla="*/ 23394 h 125563"/>
                    <a:gd name="csX21" fmla="*/ 11936 w 122221"/>
                    <a:gd name="csY21" fmla="*/ 25304 h 125563"/>
                    <a:gd name="csX22" fmla="*/ 10981 w 122221"/>
                    <a:gd name="csY22" fmla="*/ 26736 h 125563"/>
                    <a:gd name="csX23" fmla="*/ 10026 w 122221"/>
                    <a:gd name="csY23" fmla="*/ 28168 h 125563"/>
                    <a:gd name="csX24" fmla="*/ 9071 w 122221"/>
                    <a:gd name="csY24" fmla="*/ 29601 h 125563"/>
                    <a:gd name="csX25" fmla="*/ 8116 w 122221"/>
                    <a:gd name="csY25" fmla="*/ 31988 h 125563"/>
                    <a:gd name="csX26" fmla="*/ 7161 w 122221"/>
                    <a:gd name="csY26" fmla="*/ 32943 h 125563"/>
                    <a:gd name="csX27" fmla="*/ 5729 w 122221"/>
                    <a:gd name="csY27" fmla="*/ 35807 h 125563"/>
                    <a:gd name="csX28" fmla="*/ 5729 w 122221"/>
                    <a:gd name="csY28" fmla="*/ 36762 h 125563"/>
                    <a:gd name="csX29" fmla="*/ 4297 w 122221"/>
                    <a:gd name="csY29" fmla="*/ 39149 h 125563"/>
                    <a:gd name="csX30" fmla="*/ 3819 w 122221"/>
                    <a:gd name="csY30" fmla="*/ 40581 h 125563"/>
                    <a:gd name="csX31" fmla="*/ 3342 w 122221"/>
                    <a:gd name="csY31" fmla="*/ 42014 h 125563"/>
                    <a:gd name="csX32" fmla="*/ 2865 w 122221"/>
                    <a:gd name="csY32" fmla="*/ 43446 h 125563"/>
                    <a:gd name="csX33" fmla="*/ 2387 w 122221"/>
                    <a:gd name="csY33" fmla="*/ 44878 h 125563"/>
                    <a:gd name="csX34" fmla="*/ 1910 w 122221"/>
                    <a:gd name="csY34" fmla="*/ 46788 h 125563"/>
                    <a:gd name="csX35" fmla="*/ 1432 w 122221"/>
                    <a:gd name="csY35" fmla="*/ 48698 h 125563"/>
                    <a:gd name="csX36" fmla="*/ 955 w 122221"/>
                    <a:gd name="csY36" fmla="*/ 51085 h 125563"/>
                    <a:gd name="csX37" fmla="*/ 477 w 122221"/>
                    <a:gd name="csY37" fmla="*/ 53472 h 125563"/>
                    <a:gd name="csX38" fmla="*/ 0 w 122221"/>
                    <a:gd name="csY38" fmla="*/ 57769 h 125563"/>
                    <a:gd name="csX39" fmla="*/ 0 w 122221"/>
                    <a:gd name="csY39" fmla="*/ 68272 h 125563"/>
                    <a:gd name="csX40" fmla="*/ 477 w 122221"/>
                    <a:gd name="csY40" fmla="*/ 72092 h 125563"/>
                    <a:gd name="csX41" fmla="*/ 955 w 122221"/>
                    <a:gd name="csY41" fmla="*/ 74956 h 125563"/>
                    <a:gd name="csX42" fmla="*/ 1432 w 122221"/>
                    <a:gd name="csY42" fmla="*/ 77343 h 125563"/>
                    <a:gd name="csX43" fmla="*/ 1910 w 122221"/>
                    <a:gd name="csY43" fmla="*/ 79253 h 125563"/>
                    <a:gd name="csX44" fmla="*/ 2387 w 122221"/>
                    <a:gd name="csY44" fmla="*/ 80685 h 125563"/>
                    <a:gd name="csX45" fmla="*/ 2865 w 122221"/>
                    <a:gd name="csY45" fmla="*/ 82595 h 125563"/>
                    <a:gd name="csX46" fmla="*/ 3342 w 122221"/>
                    <a:gd name="csY46" fmla="*/ 84027 h 125563"/>
                    <a:gd name="csX47" fmla="*/ 3819 w 122221"/>
                    <a:gd name="csY47" fmla="*/ 85460 h 125563"/>
                    <a:gd name="csX48" fmla="*/ 4774 w 122221"/>
                    <a:gd name="csY48" fmla="*/ 86892 h 125563"/>
                    <a:gd name="csX49" fmla="*/ 4774 w 122221"/>
                    <a:gd name="csY49" fmla="*/ 87847 h 125563"/>
                    <a:gd name="csX50" fmla="*/ 8116 w 122221"/>
                    <a:gd name="csY50" fmla="*/ 94531 h 125563"/>
                    <a:gd name="csX51" fmla="*/ 9071 w 122221"/>
                    <a:gd name="csY51" fmla="*/ 95963 h 125563"/>
                    <a:gd name="csX52" fmla="*/ 10026 w 122221"/>
                    <a:gd name="csY52" fmla="*/ 96918 h 125563"/>
                    <a:gd name="csX53" fmla="*/ 10503 w 122221"/>
                    <a:gd name="csY53" fmla="*/ 98350 h 125563"/>
                    <a:gd name="csX54" fmla="*/ 11458 w 122221"/>
                    <a:gd name="csY54" fmla="*/ 99783 h 125563"/>
                    <a:gd name="csX55" fmla="*/ 12891 w 122221"/>
                    <a:gd name="csY55" fmla="*/ 101692 h 125563"/>
                    <a:gd name="csX56" fmla="*/ 14800 w 122221"/>
                    <a:gd name="csY56" fmla="*/ 104079 h 125563"/>
                    <a:gd name="csX57" fmla="*/ 21962 w 122221"/>
                    <a:gd name="csY57" fmla="*/ 111241 h 125563"/>
                    <a:gd name="csX58" fmla="*/ 24349 w 122221"/>
                    <a:gd name="csY58" fmla="*/ 113150 h 125563"/>
                    <a:gd name="csX59" fmla="*/ 26259 w 122221"/>
                    <a:gd name="csY59" fmla="*/ 114583 h 125563"/>
                    <a:gd name="csX60" fmla="*/ 27691 w 122221"/>
                    <a:gd name="csY60" fmla="*/ 115538 h 125563"/>
                    <a:gd name="csX61" fmla="*/ 29123 w 122221"/>
                    <a:gd name="csY61" fmla="*/ 116492 h 125563"/>
                    <a:gd name="csX62" fmla="*/ 30555 w 122221"/>
                    <a:gd name="csY62" fmla="*/ 116970 h 125563"/>
                    <a:gd name="csX63" fmla="*/ 31510 w 122221"/>
                    <a:gd name="csY63" fmla="*/ 117925 h 125563"/>
                    <a:gd name="csX64" fmla="*/ 38194 w 122221"/>
                    <a:gd name="csY64" fmla="*/ 121267 h 125563"/>
                    <a:gd name="csX65" fmla="*/ 39149 w 122221"/>
                    <a:gd name="csY65" fmla="*/ 121267 h 125563"/>
                    <a:gd name="csX66" fmla="*/ 40581 w 122221"/>
                    <a:gd name="csY66" fmla="*/ 122222 h 125563"/>
                    <a:gd name="csX67" fmla="*/ 42014 w 122221"/>
                    <a:gd name="csY67" fmla="*/ 122699 h 125563"/>
                    <a:gd name="csX68" fmla="*/ 43446 w 122221"/>
                    <a:gd name="csY68" fmla="*/ 123176 h 125563"/>
                    <a:gd name="csX69" fmla="*/ 44878 w 122221"/>
                    <a:gd name="csY69" fmla="*/ 123654 h 125563"/>
                    <a:gd name="csX70" fmla="*/ 46788 w 122221"/>
                    <a:gd name="csY70" fmla="*/ 124131 h 125563"/>
                    <a:gd name="csX71" fmla="*/ 48698 w 122221"/>
                    <a:gd name="csY71" fmla="*/ 124609 h 125563"/>
                    <a:gd name="csX72" fmla="*/ 51085 w 122221"/>
                    <a:gd name="csY72" fmla="*/ 125086 h 125563"/>
                    <a:gd name="csX73" fmla="*/ 54427 w 122221"/>
                    <a:gd name="csY73" fmla="*/ 125564 h 125563"/>
                    <a:gd name="csX74" fmla="*/ 68272 w 122221"/>
                    <a:gd name="csY74" fmla="*/ 125564 h 125563"/>
                    <a:gd name="csX75" fmla="*/ 71137 w 122221"/>
                    <a:gd name="csY75" fmla="*/ 125086 h 125563"/>
                    <a:gd name="csX76" fmla="*/ 73524 w 122221"/>
                    <a:gd name="csY76" fmla="*/ 124609 h 125563"/>
                    <a:gd name="csX77" fmla="*/ 75911 w 122221"/>
                    <a:gd name="csY77" fmla="*/ 124131 h 125563"/>
                    <a:gd name="csX78" fmla="*/ 77343 w 122221"/>
                    <a:gd name="csY78" fmla="*/ 123654 h 125563"/>
                    <a:gd name="csX79" fmla="*/ 79253 w 122221"/>
                    <a:gd name="csY79" fmla="*/ 123176 h 125563"/>
                    <a:gd name="csX80" fmla="*/ 80685 w 122221"/>
                    <a:gd name="csY80" fmla="*/ 122699 h 125563"/>
                    <a:gd name="csX81" fmla="*/ 82118 w 122221"/>
                    <a:gd name="csY81" fmla="*/ 121744 h 125563"/>
                    <a:gd name="csX82" fmla="*/ 83073 w 122221"/>
                    <a:gd name="csY82" fmla="*/ 121744 h 125563"/>
                    <a:gd name="csX83" fmla="*/ 84505 w 122221"/>
                    <a:gd name="csY83" fmla="*/ 120789 h 125563"/>
                    <a:gd name="csX84" fmla="*/ 85460 w 122221"/>
                    <a:gd name="csY84" fmla="*/ 120789 h 125563"/>
                    <a:gd name="csX85" fmla="*/ 89279 w 122221"/>
                    <a:gd name="csY85" fmla="*/ 118880 h 125563"/>
                    <a:gd name="csX86" fmla="*/ 90234 w 122221"/>
                    <a:gd name="csY86" fmla="*/ 117925 h 125563"/>
                    <a:gd name="csX87" fmla="*/ 91666 w 122221"/>
                    <a:gd name="csY87" fmla="*/ 117447 h 125563"/>
                    <a:gd name="csX88" fmla="*/ 92621 w 122221"/>
                    <a:gd name="csY88" fmla="*/ 116492 h 125563"/>
                    <a:gd name="csX89" fmla="*/ 94053 w 122221"/>
                    <a:gd name="csY89" fmla="*/ 116015 h 125563"/>
                    <a:gd name="csX90" fmla="*/ 95486 w 122221"/>
                    <a:gd name="csY90" fmla="*/ 115060 h 125563"/>
                    <a:gd name="csX91" fmla="*/ 96918 w 122221"/>
                    <a:gd name="csY91" fmla="*/ 114105 h 125563"/>
                    <a:gd name="csX92" fmla="*/ 99305 w 122221"/>
                    <a:gd name="csY92" fmla="*/ 112196 h 125563"/>
                    <a:gd name="csX93" fmla="*/ 103602 w 122221"/>
                    <a:gd name="csY93" fmla="*/ 108376 h 125563"/>
                    <a:gd name="csX94" fmla="*/ 104557 w 122221"/>
                    <a:gd name="csY94" fmla="*/ 107421 h 125563"/>
                    <a:gd name="csX95" fmla="*/ 108376 w 122221"/>
                    <a:gd name="csY95" fmla="*/ 103124 h 125563"/>
                    <a:gd name="csX96" fmla="*/ 110286 w 122221"/>
                    <a:gd name="csY96" fmla="*/ 100737 h 125563"/>
                    <a:gd name="csX97" fmla="*/ 111241 w 122221"/>
                    <a:gd name="csY97" fmla="*/ 99305 h 125563"/>
                    <a:gd name="csX98" fmla="*/ 112196 w 122221"/>
                    <a:gd name="csY98" fmla="*/ 97873 h 125563"/>
                    <a:gd name="csX99" fmla="*/ 113150 w 122221"/>
                    <a:gd name="csY99" fmla="*/ 96441 h 125563"/>
                    <a:gd name="csX100" fmla="*/ 113628 w 122221"/>
                    <a:gd name="csY100" fmla="*/ 95008 h 125563"/>
                    <a:gd name="csX101" fmla="*/ 114583 w 122221"/>
                    <a:gd name="csY101" fmla="*/ 94053 h 125563"/>
                    <a:gd name="csX102" fmla="*/ 116492 w 122221"/>
                    <a:gd name="csY102" fmla="*/ 90234 h 125563"/>
                    <a:gd name="csX103" fmla="*/ 116492 w 122221"/>
                    <a:gd name="csY103" fmla="*/ 89279 h 125563"/>
                    <a:gd name="csX104" fmla="*/ 117925 w 122221"/>
                    <a:gd name="csY104" fmla="*/ 86892 h 125563"/>
                    <a:gd name="csX105" fmla="*/ 117925 w 122221"/>
                    <a:gd name="csY105" fmla="*/ 85937 h 125563"/>
                    <a:gd name="csX106" fmla="*/ 118880 w 122221"/>
                    <a:gd name="csY106" fmla="*/ 84505 h 125563"/>
                    <a:gd name="csX107" fmla="*/ 119357 w 122221"/>
                    <a:gd name="csY107" fmla="*/ 83073 h 125563"/>
                    <a:gd name="csX108" fmla="*/ 119834 w 122221"/>
                    <a:gd name="csY108" fmla="*/ 81640 h 125563"/>
                    <a:gd name="csX109" fmla="*/ 120312 w 122221"/>
                    <a:gd name="csY109" fmla="*/ 79731 h 125563"/>
                    <a:gd name="csX110" fmla="*/ 120789 w 122221"/>
                    <a:gd name="csY110" fmla="*/ 78298 h 125563"/>
                    <a:gd name="csX111" fmla="*/ 121267 w 122221"/>
                    <a:gd name="csY111" fmla="*/ 75911 h 125563"/>
                    <a:gd name="csX112" fmla="*/ 121744 w 122221"/>
                    <a:gd name="csY112" fmla="*/ 73524 h 125563"/>
                    <a:gd name="csX113" fmla="*/ 122222 w 122221"/>
                    <a:gd name="csY113" fmla="*/ 70182 h 125563"/>
                    <a:gd name="csX114" fmla="*/ 122222 w 122221"/>
                    <a:gd name="csY114" fmla="*/ 55859 h 125563"/>
                    <a:gd name="csX115" fmla="*/ 121744 w 122221"/>
                    <a:gd name="csY115" fmla="*/ 52517 h 125563"/>
                    <a:gd name="csX116" fmla="*/ 121267 w 122221"/>
                    <a:gd name="csY116" fmla="*/ 50130 h 125563"/>
                    <a:gd name="csX117" fmla="*/ 120789 w 122221"/>
                    <a:gd name="csY117" fmla="*/ 47743 h 125563"/>
                    <a:gd name="csX118" fmla="*/ 120312 w 122221"/>
                    <a:gd name="csY118" fmla="*/ 45833 h 125563"/>
                    <a:gd name="csX119" fmla="*/ 119834 w 122221"/>
                    <a:gd name="csY119" fmla="*/ 44401 h 125563"/>
                    <a:gd name="csX120" fmla="*/ 119357 w 122221"/>
                    <a:gd name="csY120" fmla="*/ 42969 h 125563"/>
                    <a:gd name="csX121" fmla="*/ 118880 w 122221"/>
                    <a:gd name="csY121" fmla="*/ 41536 h 125563"/>
                    <a:gd name="csX122" fmla="*/ 118402 w 122221"/>
                    <a:gd name="csY122" fmla="*/ 40104 h 125563"/>
                    <a:gd name="csX123" fmla="*/ 117447 w 122221"/>
                    <a:gd name="csY123" fmla="*/ 38672 h 125563"/>
                    <a:gd name="csX124" fmla="*/ 117447 w 122221"/>
                    <a:gd name="csY124" fmla="*/ 37717 h 125563"/>
                    <a:gd name="csX125" fmla="*/ 113628 w 122221"/>
                    <a:gd name="csY125" fmla="*/ 30078 h 125563"/>
                    <a:gd name="csX126" fmla="*/ 112673 w 122221"/>
                    <a:gd name="csY126" fmla="*/ 28646 h 125563"/>
                    <a:gd name="csX127" fmla="*/ 111718 w 122221"/>
                    <a:gd name="csY127" fmla="*/ 28168 h 125563"/>
                    <a:gd name="csX128" fmla="*/ 102647 w 122221"/>
                    <a:gd name="csY128" fmla="*/ 38672 h 125563"/>
                    <a:gd name="csX129" fmla="*/ 104557 w 122221"/>
                    <a:gd name="csY129" fmla="*/ 42491 h 125563"/>
                    <a:gd name="csX130" fmla="*/ 104557 w 122221"/>
                    <a:gd name="csY130" fmla="*/ 43446 h 125563"/>
                    <a:gd name="csX131" fmla="*/ 105512 w 122221"/>
                    <a:gd name="csY131" fmla="*/ 44878 h 125563"/>
                    <a:gd name="csX132" fmla="*/ 105512 w 122221"/>
                    <a:gd name="csY132" fmla="*/ 45833 h 125563"/>
                    <a:gd name="csX133" fmla="*/ 106466 w 122221"/>
                    <a:gd name="csY133" fmla="*/ 47265 h 125563"/>
                    <a:gd name="csX134" fmla="*/ 106944 w 122221"/>
                    <a:gd name="csY134" fmla="*/ 48698 h 125563"/>
                    <a:gd name="csX135" fmla="*/ 107421 w 122221"/>
                    <a:gd name="csY135" fmla="*/ 50607 h 125563"/>
                    <a:gd name="csX136" fmla="*/ 107899 w 122221"/>
                    <a:gd name="csY136" fmla="*/ 52517 h 125563"/>
                    <a:gd name="csX137" fmla="*/ 108376 w 122221"/>
                    <a:gd name="csY137" fmla="*/ 54904 h 125563"/>
                    <a:gd name="csX138" fmla="*/ 108854 w 122221"/>
                    <a:gd name="csY138" fmla="*/ 58246 h 125563"/>
                    <a:gd name="csX139" fmla="*/ 108854 w 122221"/>
                    <a:gd name="csY139" fmla="*/ 67317 h 125563"/>
                    <a:gd name="csX140" fmla="*/ 108376 w 122221"/>
                    <a:gd name="csY140" fmla="*/ 70659 h 125563"/>
                    <a:gd name="csX141" fmla="*/ 107899 w 122221"/>
                    <a:gd name="csY141" fmla="*/ 73047 h 125563"/>
                    <a:gd name="csX142" fmla="*/ 107421 w 122221"/>
                    <a:gd name="csY142" fmla="*/ 75434 h 125563"/>
                    <a:gd name="csX143" fmla="*/ 106944 w 122221"/>
                    <a:gd name="csY143" fmla="*/ 76866 h 125563"/>
                    <a:gd name="csX144" fmla="*/ 106466 w 122221"/>
                    <a:gd name="csY144" fmla="*/ 78776 h 125563"/>
                    <a:gd name="csX145" fmla="*/ 105512 w 122221"/>
                    <a:gd name="csY145" fmla="*/ 80208 h 125563"/>
                    <a:gd name="csX146" fmla="*/ 105512 w 122221"/>
                    <a:gd name="csY146" fmla="*/ 81163 h 125563"/>
                    <a:gd name="csX147" fmla="*/ 104557 w 122221"/>
                    <a:gd name="csY147" fmla="*/ 82595 h 125563"/>
                    <a:gd name="csX148" fmla="*/ 104557 w 122221"/>
                    <a:gd name="csY148" fmla="*/ 83550 h 125563"/>
                    <a:gd name="csX149" fmla="*/ 103124 w 122221"/>
                    <a:gd name="csY149" fmla="*/ 86415 h 125563"/>
                    <a:gd name="csX150" fmla="*/ 102170 w 122221"/>
                    <a:gd name="csY150" fmla="*/ 87369 h 125563"/>
                    <a:gd name="csX151" fmla="*/ 101692 w 122221"/>
                    <a:gd name="csY151" fmla="*/ 88802 h 125563"/>
                    <a:gd name="csX152" fmla="*/ 100737 w 122221"/>
                    <a:gd name="csY152" fmla="*/ 90234 h 125563"/>
                    <a:gd name="csX153" fmla="*/ 99783 w 122221"/>
                    <a:gd name="csY153" fmla="*/ 91666 h 125563"/>
                    <a:gd name="csX154" fmla="*/ 98350 w 122221"/>
                    <a:gd name="csY154" fmla="*/ 93576 h 125563"/>
                    <a:gd name="csX155" fmla="*/ 96441 w 122221"/>
                    <a:gd name="csY155" fmla="*/ 95963 h 125563"/>
                    <a:gd name="csX156" fmla="*/ 93576 w 122221"/>
                    <a:gd name="csY156" fmla="*/ 98828 h 125563"/>
                    <a:gd name="csX157" fmla="*/ 90234 w 122221"/>
                    <a:gd name="csY157" fmla="*/ 101692 h 125563"/>
                    <a:gd name="csX158" fmla="*/ 87847 w 122221"/>
                    <a:gd name="csY158" fmla="*/ 103602 h 125563"/>
                    <a:gd name="csX159" fmla="*/ 86415 w 122221"/>
                    <a:gd name="csY159" fmla="*/ 104557 h 125563"/>
                    <a:gd name="csX160" fmla="*/ 84982 w 122221"/>
                    <a:gd name="csY160" fmla="*/ 105034 h 125563"/>
                    <a:gd name="csX161" fmla="*/ 84027 w 122221"/>
                    <a:gd name="csY161" fmla="*/ 105989 h 125563"/>
                    <a:gd name="csX162" fmla="*/ 78298 w 122221"/>
                    <a:gd name="csY162" fmla="*/ 108854 h 125563"/>
                    <a:gd name="csX163" fmla="*/ 76866 w 122221"/>
                    <a:gd name="csY163" fmla="*/ 109331 h 125563"/>
                    <a:gd name="csX164" fmla="*/ 75434 w 122221"/>
                    <a:gd name="csY164" fmla="*/ 109808 h 125563"/>
                    <a:gd name="csX165" fmla="*/ 74001 w 122221"/>
                    <a:gd name="csY165" fmla="*/ 110286 h 125563"/>
                    <a:gd name="csX166" fmla="*/ 72092 w 122221"/>
                    <a:gd name="csY166" fmla="*/ 110763 h 125563"/>
                    <a:gd name="csX167" fmla="*/ 70182 w 122221"/>
                    <a:gd name="csY167" fmla="*/ 111241 h 125563"/>
                    <a:gd name="csX168" fmla="*/ 67795 w 122221"/>
                    <a:gd name="csY168" fmla="*/ 111718 h 125563"/>
                    <a:gd name="csX169" fmla="*/ 62543 w 122221"/>
                    <a:gd name="csY169" fmla="*/ 112196 h 125563"/>
                    <a:gd name="csX170" fmla="*/ 61111 w 122221"/>
                    <a:gd name="csY170" fmla="*/ 112196 h 125563"/>
                    <a:gd name="csX171" fmla="*/ 54904 w 122221"/>
                    <a:gd name="csY171" fmla="*/ 111718 h 125563"/>
                    <a:gd name="csX172" fmla="*/ 52040 w 122221"/>
                    <a:gd name="csY172" fmla="*/ 111241 h 125563"/>
                    <a:gd name="csX173" fmla="*/ 50130 w 122221"/>
                    <a:gd name="csY173" fmla="*/ 110763 h 125563"/>
                    <a:gd name="csX174" fmla="*/ 48220 w 122221"/>
                    <a:gd name="csY174" fmla="*/ 110286 h 125563"/>
                    <a:gd name="csX175" fmla="*/ 46788 w 122221"/>
                    <a:gd name="csY175" fmla="*/ 109808 h 125563"/>
                    <a:gd name="csX176" fmla="*/ 45356 w 122221"/>
                    <a:gd name="csY176" fmla="*/ 109331 h 125563"/>
                    <a:gd name="csX177" fmla="*/ 43923 w 122221"/>
                    <a:gd name="csY177" fmla="*/ 108376 h 125563"/>
                    <a:gd name="csX178" fmla="*/ 42969 w 122221"/>
                    <a:gd name="csY178" fmla="*/ 108376 h 125563"/>
                    <a:gd name="csX179" fmla="*/ 39149 w 122221"/>
                    <a:gd name="csY179" fmla="*/ 106466 h 125563"/>
                    <a:gd name="csX180" fmla="*/ 37717 w 122221"/>
                    <a:gd name="csY180" fmla="*/ 105512 h 125563"/>
                    <a:gd name="csX181" fmla="*/ 36285 w 122221"/>
                    <a:gd name="csY181" fmla="*/ 104557 h 125563"/>
                    <a:gd name="csX182" fmla="*/ 34852 w 122221"/>
                    <a:gd name="csY182" fmla="*/ 103602 h 125563"/>
                    <a:gd name="csX183" fmla="*/ 33420 w 122221"/>
                    <a:gd name="csY183" fmla="*/ 102647 h 125563"/>
                    <a:gd name="csX184" fmla="*/ 31033 w 122221"/>
                    <a:gd name="csY184" fmla="*/ 100737 h 125563"/>
                    <a:gd name="csX185" fmla="*/ 25781 w 122221"/>
                    <a:gd name="csY185" fmla="*/ 95486 h 125563"/>
                    <a:gd name="csX186" fmla="*/ 23871 w 122221"/>
                    <a:gd name="csY186" fmla="*/ 93099 h 125563"/>
                    <a:gd name="csX187" fmla="*/ 22439 w 122221"/>
                    <a:gd name="csY187" fmla="*/ 91189 h 125563"/>
                    <a:gd name="csX188" fmla="*/ 21484 w 122221"/>
                    <a:gd name="csY188" fmla="*/ 89757 h 125563"/>
                    <a:gd name="csX189" fmla="*/ 20529 w 122221"/>
                    <a:gd name="csY189" fmla="*/ 88324 h 125563"/>
                    <a:gd name="csX190" fmla="*/ 20052 w 122221"/>
                    <a:gd name="csY190" fmla="*/ 86892 h 125563"/>
                    <a:gd name="csX191" fmla="*/ 19097 w 122221"/>
                    <a:gd name="csY191" fmla="*/ 85937 h 125563"/>
                    <a:gd name="csX192" fmla="*/ 18142 w 122221"/>
                    <a:gd name="csY192" fmla="*/ 84027 h 125563"/>
                    <a:gd name="csX193" fmla="*/ 18142 w 122221"/>
                    <a:gd name="csY193" fmla="*/ 83073 h 125563"/>
                    <a:gd name="csX194" fmla="*/ 17187 w 122221"/>
                    <a:gd name="csY194" fmla="*/ 81640 h 125563"/>
                    <a:gd name="csX195" fmla="*/ 17187 w 122221"/>
                    <a:gd name="csY195" fmla="*/ 80685 h 125563"/>
                    <a:gd name="csX196" fmla="*/ 16233 w 122221"/>
                    <a:gd name="csY196" fmla="*/ 79253 h 125563"/>
                    <a:gd name="csX197" fmla="*/ 15755 w 122221"/>
                    <a:gd name="csY197" fmla="*/ 77821 h 125563"/>
                    <a:gd name="csX198" fmla="*/ 15278 w 122221"/>
                    <a:gd name="csY198" fmla="*/ 75911 h 125563"/>
                    <a:gd name="csX199" fmla="*/ 14800 w 122221"/>
                    <a:gd name="csY199" fmla="*/ 74001 h 125563"/>
                    <a:gd name="csX200" fmla="*/ 14323 w 122221"/>
                    <a:gd name="csY200" fmla="*/ 72092 h 125563"/>
                    <a:gd name="csX201" fmla="*/ 13845 w 122221"/>
                    <a:gd name="csY201" fmla="*/ 68750 h 125563"/>
                    <a:gd name="csX202" fmla="*/ 13845 w 122221"/>
                    <a:gd name="csY202" fmla="*/ 56814 h 125563"/>
                    <a:gd name="csX203" fmla="*/ 14323 w 122221"/>
                    <a:gd name="csY203" fmla="*/ 53949 h 125563"/>
                    <a:gd name="csX204" fmla="*/ 14800 w 122221"/>
                    <a:gd name="csY204" fmla="*/ 52040 h 125563"/>
                    <a:gd name="csX205" fmla="*/ 15278 w 122221"/>
                    <a:gd name="csY205" fmla="*/ 49653 h 125563"/>
                    <a:gd name="csX206" fmla="*/ 15755 w 122221"/>
                    <a:gd name="csY206" fmla="*/ 48220 h 125563"/>
                    <a:gd name="csX207" fmla="*/ 16233 w 122221"/>
                    <a:gd name="csY207" fmla="*/ 46788 h 125563"/>
                    <a:gd name="csX208" fmla="*/ 16710 w 122221"/>
                    <a:gd name="csY208" fmla="*/ 45356 h 125563"/>
                    <a:gd name="csX209" fmla="*/ 17665 w 122221"/>
                    <a:gd name="csY209" fmla="*/ 43923 h 125563"/>
                    <a:gd name="csX210" fmla="*/ 17665 w 122221"/>
                    <a:gd name="csY210" fmla="*/ 42969 h 125563"/>
                    <a:gd name="csX211" fmla="*/ 19575 w 122221"/>
                    <a:gd name="csY211" fmla="*/ 39149 h 125563"/>
                    <a:gd name="csX212" fmla="*/ 20529 w 122221"/>
                    <a:gd name="csY212" fmla="*/ 38194 h 125563"/>
                    <a:gd name="csX213" fmla="*/ 21007 w 122221"/>
                    <a:gd name="csY213" fmla="*/ 36762 h 125563"/>
                    <a:gd name="csX214" fmla="*/ 21962 w 122221"/>
                    <a:gd name="csY214" fmla="*/ 35330 h 125563"/>
                    <a:gd name="csX215" fmla="*/ 22917 w 122221"/>
                    <a:gd name="csY215" fmla="*/ 33897 h 125563"/>
                    <a:gd name="csX216" fmla="*/ 23871 w 122221"/>
                    <a:gd name="csY216" fmla="*/ 32465 h 125563"/>
                    <a:gd name="csX217" fmla="*/ 26259 w 122221"/>
                    <a:gd name="csY217" fmla="*/ 29601 h 125563"/>
                    <a:gd name="csX218" fmla="*/ 30078 w 122221"/>
                    <a:gd name="csY218" fmla="*/ 25781 h 125563"/>
                    <a:gd name="csX219" fmla="*/ 32943 w 122221"/>
                    <a:gd name="csY219" fmla="*/ 23394 h 125563"/>
                    <a:gd name="csX220" fmla="*/ 34852 w 122221"/>
                    <a:gd name="csY220" fmla="*/ 21962 h 125563"/>
                    <a:gd name="csX221" fmla="*/ 36285 w 122221"/>
                    <a:gd name="csY221" fmla="*/ 21007 h 125563"/>
                    <a:gd name="csX222" fmla="*/ 37717 w 122221"/>
                    <a:gd name="csY222" fmla="*/ 20529 h 125563"/>
                    <a:gd name="csX223" fmla="*/ 38672 w 122221"/>
                    <a:gd name="csY223" fmla="*/ 19575 h 125563"/>
                    <a:gd name="csX224" fmla="*/ 43446 w 122221"/>
                    <a:gd name="csY224" fmla="*/ 17187 h 125563"/>
                    <a:gd name="csX225" fmla="*/ 44401 w 122221"/>
                    <a:gd name="csY225" fmla="*/ 17187 h 125563"/>
                    <a:gd name="csX226" fmla="*/ 45833 w 122221"/>
                    <a:gd name="csY226" fmla="*/ 16233 h 125563"/>
                    <a:gd name="csX227" fmla="*/ 47265 w 122221"/>
                    <a:gd name="csY227" fmla="*/ 15755 h 125563"/>
                    <a:gd name="csX228" fmla="*/ 49175 w 122221"/>
                    <a:gd name="csY228" fmla="*/ 15278 h 125563"/>
                    <a:gd name="csX229" fmla="*/ 51085 w 122221"/>
                    <a:gd name="csY229" fmla="*/ 14800 h 125563"/>
                    <a:gd name="csX230" fmla="*/ 53472 w 122221"/>
                    <a:gd name="csY230" fmla="*/ 14323 h 125563"/>
                    <a:gd name="csX231" fmla="*/ 56814 w 122221"/>
                    <a:gd name="csY231" fmla="*/ 13845 h 125563"/>
                    <a:gd name="csX232" fmla="*/ 65885 w 122221"/>
                    <a:gd name="csY232" fmla="*/ 13845 h 125563"/>
                    <a:gd name="csX233" fmla="*/ 69227 w 122221"/>
                    <a:gd name="csY233" fmla="*/ 14323 h 125563"/>
                    <a:gd name="csX234" fmla="*/ 71614 w 122221"/>
                    <a:gd name="csY234" fmla="*/ 14800 h 125563"/>
                    <a:gd name="csX235" fmla="*/ 73524 w 122221"/>
                    <a:gd name="csY235" fmla="*/ 15278 h 125563"/>
                    <a:gd name="csX236" fmla="*/ 74956 w 122221"/>
                    <a:gd name="csY236" fmla="*/ 15755 h 125563"/>
                    <a:gd name="csX237" fmla="*/ 76389 w 122221"/>
                    <a:gd name="csY237" fmla="*/ 16233 h 125563"/>
                    <a:gd name="csX238" fmla="*/ 77821 w 122221"/>
                    <a:gd name="csY238" fmla="*/ 16710 h 125563"/>
                    <a:gd name="csX239" fmla="*/ 80208 w 122221"/>
                    <a:gd name="csY239" fmla="*/ 18142 h 125563"/>
                    <a:gd name="csX240" fmla="*/ 81163 w 122221"/>
                    <a:gd name="csY240" fmla="*/ 18142 h 125563"/>
                    <a:gd name="csX241" fmla="*/ 83073 w 122221"/>
                    <a:gd name="csY241" fmla="*/ 19097 h 125563"/>
                    <a:gd name="csX242" fmla="*/ 84027 w 122221"/>
                    <a:gd name="csY242" fmla="*/ 20052 h 125563"/>
                    <a:gd name="csX243" fmla="*/ 85460 w 122221"/>
                    <a:gd name="csY243" fmla="*/ 20529 h 125563"/>
                    <a:gd name="csX244" fmla="*/ 86892 w 122221"/>
                    <a:gd name="csY244" fmla="*/ 21484 h 125563"/>
                    <a:gd name="csX245" fmla="*/ 96441 w 122221"/>
                    <a:gd name="csY245" fmla="*/ 11458 h 125563"/>
                    <a:gd name="csX246" fmla="*/ 95486 w 122221"/>
                    <a:gd name="csY246" fmla="*/ 10503 h 125563"/>
                    <a:gd name="csX247" fmla="*/ 94053 w 122221"/>
                    <a:gd name="csY247" fmla="*/ 10026 h 125563"/>
                    <a:gd name="csX248" fmla="*/ 93099 w 122221"/>
                    <a:gd name="csY248" fmla="*/ 9071 h 125563"/>
                    <a:gd name="csX249" fmla="*/ 91666 w 122221"/>
                    <a:gd name="csY249" fmla="*/ 8116 h 125563"/>
                    <a:gd name="csX250" fmla="*/ 89279 w 122221"/>
                    <a:gd name="csY250" fmla="*/ 7161 h 125563"/>
                    <a:gd name="csX251" fmla="*/ 88324 w 122221"/>
                    <a:gd name="csY251" fmla="*/ 6207 h 125563"/>
                    <a:gd name="csX252" fmla="*/ 87369 w 122221"/>
                    <a:gd name="csY252" fmla="*/ 6207 h 125563"/>
                    <a:gd name="csX253" fmla="*/ 84027 w 122221"/>
                    <a:gd name="csY253" fmla="*/ 4297 h 125563"/>
                    <a:gd name="csX254" fmla="*/ 82595 w 122221"/>
                    <a:gd name="csY254" fmla="*/ 3819 h 125563"/>
                    <a:gd name="csX255" fmla="*/ 81163 w 122221"/>
                    <a:gd name="csY255" fmla="*/ 3342 h 125563"/>
                    <a:gd name="csX256" fmla="*/ 79731 w 122221"/>
                    <a:gd name="csY256" fmla="*/ 2865 h 125563"/>
                    <a:gd name="csX257" fmla="*/ 78298 w 122221"/>
                    <a:gd name="csY257" fmla="*/ 2387 h 125563"/>
                    <a:gd name="csX258" fmla="*/ 76866 w 122221"/>
                    <a:gd name="csY258" fmla="*/ 1910 h 125563"/>
                    <a:gd name="csX259" fmla="*/ 74956 w 122221"/>
                    <a:gd name="csY259" fmla="*/ 1432 h 125563"/>
                    <a:gd name="csX260" fmla="*/ 73047 w 122221"/>
                    <a:gd name="csY260" fmla="*/ 955 h 125563"/>
                    <a:gd name="csX261" fmla="*/ 70182 w 122221"/>
                    <a:gd name="csY261" fmla="*/ 477 h 125563"/>
                    <a:gd name="csX262" fmla="*/ 66363 w 122221"/>
                    <a:gd name="csY262" fmla="*/ 0 h 1255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  <a:cxn ang="0">
                      <a:pos x="csX191" y="csY191"/>
                    </a:cxn>
                    <a:cxn ang="0">
                      <a:pos x="csX192" y="csY192"/>
                    </a:cxn>
                    <a:cxn ang="0">
                      <a:pos x="csX193" y="csY193"/>
                    </a:cxn>
                    <a:cxn ang="0">
                      <a:pos x="csX194" y="csY194"/>
                    </a:cxn>
                    <a:cxn ang="0">
                      <a:pos x="csX195" y="csY195"/>
                    </a:cxn>
                    <a:cxn ang="0">
                      <a:pos x="csX196" y="csY196"/>
                    </a:cxn>
                    <a:cxn ang="0">
                      <a:pos x="csX197" y="csY197"/>
                    </a:cxn>
                    <a:cxn ang="0">
                      <a:pos x="csX198" y="csY198"/>
                    </a:cxn>
                    <a:cxn ang="0">
                      <a:pos x="csX199" y="csY199"/>
                    </a:cxn>
                    <a:cxn ang="0">
                      <a:pos x="csX200" y="csY200"/>
                    </a:cxn>
                    <a:cxn ang="0">
                      <a:pos x="csX201" y="csY201"/>
                    </a:cxn>
                    <a:cxn ang="0">
                      <a:pos x="csX202" y="csY202"/>
                    </a:cxn>
                    <a:cxn ang="0">
                      <a:pos x="csX203" y="csY203"/>
                    </a:cxn>
                    <a:cxn ang="0">
                      <a:pos x="csX204" y="csY204"/>
                    </a:cxn>
                    <a:cxn ang="0">
                      <a:pos x="csX205" y="csY205"/>
                    </a:cxn>
                    <a:cxn ang="0">
                      <a:pos x="csX206" y="csY206"/>
                    </a:cxn>
                    <a:cxn ang="0">
                      <a:pos x="csX207" y="csY207"/>
                    </a:cxn>
                    <a:cxn ang="0">
                      <a:pos x="csX208" y="csY208"/>
                    </a:cxn>
                    <a:cxn ang="0">
                      <a:pos x="csX209" y="csY209"/>
                    </a:cxn>
                    <a:cxn ang="0">
                      <a:pos x="csX210" y="csY210"/>
                    </a:cxn>
                    <a:cxn ang="0">
                      <a:pos x="csX211" y="csY211"/>
                    </a:cxn>
                    <a:cxn ang="0">
                      <a:pos x="csX212" y="csY212"/>
                    </a:cxn>
                    <a:cxn ang="0">
                      <a:pos x="csX213" y="csY213"/>
                    </a:cxn>
                    <a:cxn ang="0">
                      <a:pos x="csX214" y="csY214"/>
                    </a:cxn>
                    <a:cxn ang="0">
                      <a:pos x="csX215" y="csY215"/>
                    </a:cxn>
                    <a:cxn ang="0">
                      <a:pos x="csX216" y="csY216"/>
                    </a:cxn>
                    <a:cxn ang="0">
                      <a:pos x="csX217" y="csY217"/>
                    </a:cxn>
                    <a:cxn ang="0">
                      <a:pos x="csX218" y="csY218"/>
                    </a:cxn>
                    <a:cxn ang="0">
                      <a:pos x="csX219" y="csY219"/>
                    </a:cxn>
                    <a:cxn ang="0">
                      <a:pos x="csX220" y="csY220"/>
                    </a:cxn>
                    <a:cxn ang="0">
                      <a:pos x="csX221" y="csY221"/>
                    </a:cxn>
                    <a:cxn ang="0">
                      <a:pos x="csX222" y="csY222"/>
                    </a:cxn>
                    <a:cxn ang="0">
                      <a:pos x="csX223" y="csY223"/>
                    </a:cxn>
                    <a:cxn ang="0">
                      <a:pos x="csX224" y="csY224"/>
                    </a:cxn>
                    <a:cxn ang="0">
                      <a:pos x="csX225" y="csY225"/>
                    </a:cxn>
                    <a:cxn ang="0">
                      <a:pos x="csX226" y="csY226"/>
                    </a:cxn>
                    <a:cxn ang="0">
                      <a:pos x="csX227" y="csY227"/>
                    </a:cxn>
                    <a:cxn ang="0">
                      <a:pos x="csX228" y="csY228"/>
                    </a:cxn>
                    <a:cxn ang="0">
                      <a:pos x="csX229" y="csY229"/>
                    </a:cxn>
                    <a:cxn ang="0">
                      <a:pos x="csX230" y="csY230"/>
                    </a:cxn>
                    <a:cxn ang="0">
                      <a:pos x="csX231" y="csY231"/>
                    </a:cxn>
                    <a:cxn ang="0">
                      <a:pos x="csX232" y="csY232"/>
                    </a:cxn>
                    <a:cxn ang="0">
                      <a:pos x="csX233" y="csY233"/>
                    </a:cxn>
                    <a:cxn ang="0">
                      <a:pos x="csX234" y="csY234"/>
                    </a:cxn>
                    <a:cxn ang="0">
                      <a:pos x="csX235" y="csY235"/>
                    </a:cxn>
                    <a:cxn ang="0">
                      <a:pos x="csX236" y="csY236"/>
                    </a:cxn>
                    <a:cxn ang="0">
                      <a:pos x="csX237" y="csY237"/>
                    </a:cxn>
                    <a:cxn ang="0">
                      <a:pos x="csX238" y="csY238"/>
                    </a:cxn>
                    <a:cxn ang="0">
                      <a:pos x="csX239" y="csY239"/>
                    </a:cxn>
                    <a:cxn ang="0">
                      <a:pos x="csX240" y="csY240"/>
                    </a:cxn>
                    <a:cxn ang="0">
                      <a:pos x="csX241" y="csY241"/>
                    </a:cxn>
                    <a:cxn ang="0">
                      <a:pos x="csX242" y="csY242"/>
                    </a:cxn>
                    <a:cxn ang="0">
                      <a:pos x="csX243" y="csY243"/>
                    </a:cxn>
                    <a:cxn ang="0">
                      <a:pos x="csX244" y="csY244"/>
                    </a:cxn>
                    <a:cxn ang="0">
                      <a:pos x="csX245" y="csY245"/>
                    </a:cxn>
                    <a:cxn ang="0">
                      <a:pos x="csX246" y="csY246"/>
                    </a:cxn>
                    <a:cxn ang="0">
                      <a:pos x="csX247" y="csY247"/>
                    </a:cxn>
                    <a:cxn ang="0">
                      <a:pos x="csX248" y="csY248"/>
                    </a:cxn>
                    <a:cxn ang="0">
                      <a:pos x="csX249" y="csY249"/>
                    </a:cxn>
                    <a:cxn ang="0">
                      <a:pos x="csX250" y="csY250"/>
                    </a:cxn>
                    <a:cxn ang="0">
                      <a:pos x="csX251" y="csY251"/>
                    </a:cxn>
                    <a:cxn ang="0">
                      <a:pos x="csX252" y="csY252"/>
                    </a:cxn>
                    <a:cxn ang="0">
                      <a:pos x="csX253" y="csY253"/>
                    </a:cxn>
                    <a:cxn ang="0">
                      <a:pos x="csX254" y="csY254"/>
                    </a:cxn>
                    <a:cxn ang="0">
                      <a:pos x="csX255" y="csY255"/>
                    </a:cxn>
                    <a:cxn ang="0">
                      <a:pos x="csX256" y="csY256"/>
                    </a:cxn>
                    <a:cxn ang="0">
                      <a:pos x="csX257" y="csY257"/>
                    </a:cxn>
                    <a:cxn ang="0">
                      <a:pos x="csX258" y="csY258"/>
                    </a:cxn>
                    <a:cxn ang="0">
                      <a:pos x="csX259" y="csY259"/>
                    </a:cxn>
                    <a:cxn ang="0">
                      <a:pos x="csX260" y="csY260"/>
                    </a:cxn>
                    <a:cxn ang="0">
                      <a:pos x="csX261" y="csY261"/>
                    </a:cxn>
                    <a:cxn ang="0">
                      <a:pos x="csX262" y="csY262"/>
                    </a:cxn>
                  </a:cxnLst>
                  <a:rect l="l" t="t" r="r" b="b"/>
                  <a:pathLst>
                    <a:path w="122221" h="125563">
                      <a:moveTo>
                        <a:pt x="55382" y="0"/>
                      </a:moveTo>
                      <a:lnTo>
                        <a:pt x="52040" y="477"/>
                      </a:lnTo>
                      <a:lnTo>
                        <a:pt x="49653" y="955"/>
                      </a:lnTo>
                      <a:lnTo>
                        <a:pt x="47265" y="1432"/>
                      </a:lnTo>
                      <a:lnTo>
                        <a:pt x="45356" y="1910"/>
                      </a:lnTo>
                      <a:lnTo>
                        <a:pt x="43923" y="2387"/>
                      </a:lnTo>
                      <a:lnTo>
                        <a:pt x="42491" y="2865"/>
                      </a:lnTo>
                      <a:lnTo>
                        <a:pt x="41059" y="3342"/>
                      </a:lnTo>
                      <a:lnTo>
                        <a:pt x="39627" y="3819"/>
                      </a:lnTo>
                      <a:lnTo>
                        <a:pt x="37239" y="5252"/>
                      </a:lnTo>
                      <a:lnTo>
                        <a:pt x="36285" y="5252"/>
                      </a:lnTo>
                      <a:lnTo>
                        <a:pt x="32465" y="7161"/>
                      </a:lnTo>
                      <a:lnTo>
                        <a:pt x="31510" y="8116"/>
                      </a:lnTo>
                      <a:lnTo>
                        <a:pt x="30078" y="8594"/>
                      </a:lnTo>
                      <a:lnTo>
                        <a:pt x="28646" y="9549"/>
                      </a:lnTo>
                      <a:lnTo>
                        <a:pt x="27213" y="10503"/>
                      </a:lnTo>
                      <a:lnTo>
                        <a:pt x="25781" y="11458"/>
                      </a:lnTo>
                      <a:lnTo>
                        <a:pt x="23871" y="12891"/>
                      </a:lnTo>
                      <a:lnTo>
                        <a:pt x="21484" y="14800"/>
                      </a:lnTo>
                      <a:lnTo>
                        <a:pt x="15755" y="20529"/>
                      </a:lnTo>
                      <a:lnTo>
                        <a:pt x="13368" y="23394"/>
                      </a:lnTo>
                      <a:lnTo>
                        <a:pt x="11936" y="25304"/>
                      </a:lnTo>
                      <a:lnTo>
                        <a:pt x="10981" y="26736"/>
                      </a:lnTo>
                      <a:lnTo>
                        <a:pt x="10026" y="28168"/>
                      </a:lnTo>
                      <a:lnTo>
                        <a:pt x="9071" y="29601"/>
                      </a:lnTo>
                      <a:lnTo>
                        <a:pt x="8116" y="31988"/>
                      </a:lnTo>
                      <a:lnTo>
                        <a:pt x="7161" y="32943"/>
                      </a:lnTo>
                      <a:lnTo>
                        <a:pt x="5729" y="35807"/>
                      </a:lnTo>
                      <a:lnTo>
                        <a:pt x="5729" y="36762"/>
                      </a:lnTo>
                      <a:lnTo>
                        <a:pt x="4297" y="39149"/>
                      </a:lnTo>
                      <a:lnTo>
                        <a:pt x="3819" y="40581"/>
                      </a:lnTo>
                      <a:lnTo>
                        <a:pt x="3342" y="42014"/>
                      </a:lnTo>
                      <a:lnTo>
                        <a:pt x="2865" y="43446"/>
                      </a:lnTo>
                      <a:lnTo>
                        <a:pt x="2387" y="44878"/>
                      </a:lnTo>
                      <a:lnTo>
                        <a:pt x="1910" y="46788"/>
                      </a:lnTo>
                      <a:lnTo>
                        <a:pt x="1432" y="48698"/>
                      </a:lnTo>
                      <a:lnTo>
                        <a:pt x="955" y="51085"/>
                      </a:lnTo>
                      <a:lnTo>
                        <a:pt x="477" y="53472"/>
                      </a:lnTo>
                      <a:lnTo>
                        <a:pt x="0" y="57769"/>
                      </a:lnTo>
                      <a:lnTo>
                        <a:pt x="0" y="68272"/>
                      </a:lnTo>
                      <a:lnTo>
                        <a:pt x="477" y="72092"/>
                      </a:lnTo>
                      <a:lnTo>
                        <a:pt x="955" y="74956"/>
                      </a:lnTo>
                      <a:lnTo>
                        <a:pt x="1432" y="77343"/>
                      </a:lnTo>
                      <a:lnTo>
                        <a:pt x="1910" y="79253"/>
                      </a:lnTo>
                      <a:lnTo>
                        <a:pt x="2387" y="80685"/>
                      </a:lnTo>
                      <a:lnTo>
                        <a:pt x="2865" y="82595"/>
                      </a:lnTo>
                      <a:lnTo>
                        <a:pt x="3342" y="84027"/>
                      </a:lnTo>
                      <a:lnTo>
                        <a:pt x="3819" y="85460"/>
                      </a:lnTo>
                      <a:lnTo>
                        <a:pt x="4774" y="86892"/>
                      </a:lnTo>
                      <a:lnTo>
                        <a:pt x="4774" y="87847"/>
                      </a:lnTo>
                      <a:lnTo>
                        <a:pt x="8116" y="94531"/>
                      </a:lnTo>
                      <a:lnTo>
                        <a:pt x="9071" y="95963"/>
                      </a:lnTo>
                      <a:lnTo>
                        <a:pt x="10026" y="96918"/>
                      </a:lnTo>
                      <a:lnTo>
                        <a:pt x="10503" y="98350"/>
                      </a:lnTo>
                      <a:lnTo>
                        <a:pt x="11458" y="99783"/>
                      </a:lnTo>
                      <a:lnTo>
                        <a:pt x="12891" y="101692"/>
                      </a:lnTo>
                      <a:lnTo>
                        <a:pt x="14800" y="104079"/>
                      </a:lnTo>
                      <a:lnTo>
                        <a:pt x="21962" y="111241"/>
                      </a:lnTo>
                      <a:lnTo>
                        <a:pt x="24349" y="113150"/>
                      </a:lnTo>
                      <a:lnTo>
                        <a:pt x="26259" y="114583"/>
                      </a:lnTo>
                      <a:lnTo>
                        <a:pt x="27691" y="115538"/>
                      </a:lnTo>
                      <a:lnTo>
                        <a:pt x="29123" y="116492"/>
                      </a:lnTo>
                      <a:lnTo>
                        <a:pt x="30555" y="116970"/>
                      </a:lnTo>
                      <a:lnTo>
                        <a:pt x="31510" y="117925"/>
                      </a:lnTo>
                      <a:lnTo>
                        <a:pt x="38194" y="121267"/>
                      </a:lnTo>
                      <a:lnTo>
                        <a:pt x="39149" y="121267"/>
                      </a:lnTo>
                      <a:lnTo>
                        <a:pt x="40581" y="122222"/>
                      </a:lnTo>
                      <a:lnTo>
                        <a:pt x="42014" y="122699"/>
                      </a:lnTo>
                      <a:lnTo>
                        <a:pt x="43446" y="123176"/>
                      </a:lnTo>
                      <a:lnTo>
                        <a:pt x="44878" y="123654"/>
                      </a:lnTo>
                      <a:lnTo>
                        <a:pt x="46788" y="124131"/>
                      </a:lnTo>
                      <a:lnTo>
                        <a:pt x="48698" y="124609"/>
                      </a:lnTo>
                      <a:lnTo>
                        <a:pt x="51085" y="125086"/>
                      </a:lnTo>
                      <a:lnTo>
                        <a:pt x="54427" y="125564"/>
                      </a:lnTo>
                      <a:lnTo>
                        <a:pt x="68272" y="125564"/>
                      </a:lnTo>
                      <a:lnTo>
                        <a:pt x="71137" y="125086"/>
                      </a:lnTo>
                      <a:lnTo>
                        <a:pt x="73524" y="124609"/>
                      </a:lnTo>
                      <a:lnTo>
                        <a:pt x="75911" y="124131"/>
                      </a:lnTo>
                      <a:lnTo>
                        <a:pt x="77343" y="123654"/>
                      </a:lnTo>
                      <a:lnTo>
                        <a:pt x="79253" y="123176"/>
                      </a:lnTo>
                      <a:lnTo>
                        <a:pt x="80685" y="122699"/>
                      </a:lnTo>
                      <a:lnTo>
                        <a:pt x="82118" y="121744"/>
                      </a:lnTo>
                      <a:lnTo>
                        <a:pt x="83073" y="121744"/>
                      </a:lnTo>
                      <a:lnTo>
                        <a:pt x="84505" y="120789"/>
                      </a:lnTo>
                      <a:lnTo>
                        <a:pt x="85460" y="120789"/>
                      </a:lnTo>
                      <a:lnTo>
                        <a:pt x="89279" y="118880"/>
                      </a:lnTo>
                      <a:lnTo>
                        <a:pt x="90234" y="117925"/>
                      </a:lnTo>
                      <a:lnTo>
                        <a:pt x="91666" y="117447"/>
                      </a:lnTo>
                      <a:lnTo>
                        <a:pt x="92621" y="116492"/>
                      </a:lnTo>
                      <a:lnTo>
                        <a:pt x="94053" y="116015"/>
                      </a:lnTo>
                      <a:lnTo>
                        <a:pt x="95486" y="115060"/>
                      </a:lnTo>
                      <a:lnTo>
                        <a:pt x="96918" y="114105"/>
                      </a:lnTo>
                      <a:lnTo>
                        <a:pt x="99305" y="112196"/>
                      </a:lnTo>
                      <a:lnTo>
                        <a:pt x="103602" y="108376"/>
                      </a:lnTo>
                      <a:lnTo>
                        <a:pt x="104557" y="107421"/>
                      </a:lnTo>
                      <a:lnTo>
                        <a:pt x="108376" y="103124"/>
                      </a:lnTo>
                      <a:lnTo>
                        <a:pt x="110286" y="100737"/>
                      </a:lnTo>
                      <a:lnTo>
                        <a:pt x="111241" y="99305"/>
                      </a:lnTo>
                      <a:lnTo>
                        <a:pt x="112196" y="97873"/>
                      </a:lnTo>
                      <a:lnTo>
                        <a:pt x="113150" y="96441"/>
                      </a:lnTo>
                      <a:lnTo>
                        <a:pt x="113628" y="95008"/>
                      </a:lnTo>
                      <a:lnTo>
                        <a:pt x="114583" y="94053"/>
                      </a:lnTo>
                      <a:lnTo>
                        <a:pt x="116492" y="90234"/>
                      </a:lnTo>
                      <a:lnTo>
                        <a:pt x="116492" y="89279"/>
                      </a:lnTo>
                      <a:lnTo>
                        <a:pt x="117925" y="86892"/>
                      </a:lnTo>
                      <a:lnTo>
                        <a:pt x="117925" y="85937"/>
                      </a:lnTo>
                      <a:lnTo>
                        <a:pt x="118880" y="84505"/>
                      </a:lnTo>
                      <a:lnTo>
                        <a:pt x="119357" y="83073"/>
                      </a:lnTo>
                      <a:lnTo>
                        <a:pt x="119834" y="81640"/>
                      </a:lnTo>
                      <a:lnTo>
                        <a:pt x="120312" y="79731"/>
                      </a:lnTo>
                      <a:lnTo>
                        <a:pt x="120789" y="78298"/>
                      </a:lnTo>
                      <a:lnTo>
                        <a:pt x="121267" y="75911"/>
                      </a:lnTo>
                      <a:lnTo>
                        <a:pt x="121744" y="73524"/>
                      </a:lnTo>
                      <a:lnTo>
                        <a:pt x="122222" y="70182"/>
                      </a:lnTo>
                      <a:lnTo>
                        <a:pt x="122222" y="55859"/>
                      </a:lnTo>
                      <a:lnTo>
                        <a:pt x="121744" y="52517"/>
                      </a:lnTo>
                      <a:lnTo>
                        <a:pt x="121267" y="50130"/>
                      </a:lnTo>
                      <a:lnTo>
                        <a:pt x="120789" y="47743"/>
                      </a:lnTo>
                      <a:lnTo>
                        <a:pt x="120312" y="45833"/>
                      </a:lnTo>
                      <a:lnTo>
                        <a:pt x="119834" y="44401"/>
                      </a:lnTo>
                      <a:lnTo>
                        <a:pt x="119357" y="42969"/>
                      </a:lnTo>
                      <a:lnTo>
                        <a:pt x="118880" y="41536"/>
                      </a:lnTo>
                      <a:lnTo>
                        <a:pt x="118402" y="40104"/>
                      </a:lnTo>
                      <a:lnTo>
                        <a:pt x="117447" y="38672"/>
                      </a:lnTo>
                      <a:lnTo>
                        <a:pt x="117447" y="37717"/>
                      </a:lnTo>
                      <a:lnTo>
                        <a:pt x="113628" y="30078"/>
                      </a:lnTo>
                      <a:lnTo>
                        <a:pt x="112673" y="28646"/>
                      </a:lnTo>
                      <a:lnTo>
                        <a:pt x="111718" y="28168"/>
                      </a:lnTo>
                      <a:lnTo>
                        <a:pt x="102647" y="38672"/>
                      </a:lnTo>
                      <a:lnTo>
                        <a:pt x="104557" y="42491"/>
                      </a:lnTo>
                      <a:lnTo>
                        <a:pt x="104557" y="43446"/>
                      </a:lnTo>
                      <a:lnTo>
                        <a:pt x="105512" y="44878"/>
                      </a:lnTo>
                      <a:lnTo>
                        <a:pt x="105512" y="45833"/>
                      </a:lnTo>
                      <a:lnTo>
                        <a:pt x="106466" y="47265"/>
                      </a:lnTo>
                      <a:lnTo>
                        <a:pt x="106944" y="48698"/>
                      </a:lnTo>
                      <a:lnTo>
                        <a:pt x="107421" y="50607"/>
                      </a:lnTo>
                      <a:lnTo>
                        <a:pt x="107899" y="52517"/>
                      </a:lnTo>
                      <a:lnTo>
                        <a:pt x="108376" y="54904"/>
                      </a:lnTo>
                      <a:lnTo>
                        <a:pt x="108854" y="58246"/>
                      </a:lnTo>
                      <a:lnTo>
                        <a:pt x="108854" y="67317"/>
                      </a:lnTo>
                      <a:lnTo>
                        <a:pt x="108376" y="70659"/>
                      </a:lnTo>
                      <a:lnTo>
                        <a:pt x="107899" y="73047"/>
                      </a:lnTo>
                      <a:lnTo>
                        <a:pt x="107421" y="75434"/>
                      </a:lnTo>
                      <a:lnTo>
                        <a:pt x="106944" y="76866"/>
                      </a:lnTo>
                      <a:lnTo>
                        <a:pt x="106466" y="78776"/>
                      </a:lnTo>
                      <a:lnTo>
                        <a:pt x="105512" y="80208"/>
                      </a:lnTo>
                      <a:lnTo>
                        <a:pt x="105512" y="81163"/>
                      </a:lnTo>
                      <a:lnTo>
                        <a:pt x="104557" y="82595"/>
                      </a:lnTo>
                      <a:lnTo>
                        <a:pt x="104557" y="83550"/>
                      </a:lnTo>
                      <a:lnTo>
                        <a:pt x="103124" y="86415"/>
                      </a:lnTo>
                      <a:lnTo>
                        <a:pt x="102170" y="87369"/>
                      </a:lnTo>
                      <a:lnTo>
                        <a:pt x="101692" y="88802"/>
                      </a:lnTo>
                      <a:lnTo>
                        <a:pt x="100737" y="90234"/>
                      </a:lnTo>
                      <a:lnTo>
                        <a:pt x="99783" y="91666"/>
                      </a:lnTo>
                      <a:lnTo>
                        <a:pt x="98350" y="93576"/>
                      </a:lnTo>
                      <a:lnTo>
                        <a:pt x="96441" y="95963"/>
                      </a:lnTo>
                      <a:lnTo>
                        <a:pt x="93576" y="98828"/>
                      </a:lnTo>
                      <a:lnTo>
                        <a:pt x="90234" y="101692"/>
                      </a:lnTo>
                      <a:lnTo>
                        <a:pt x="87847" y="103602"/>
                      </a:lnTo>
                      <a:lnTo>
                        <a:pt x="86415" y="104557"/>
                      </a:lnTo>
                      <a:lnTo>
                        <a:pt x="84982" y="105034"/>
                      </a:lnTo>
                      <a:lnTo>
                        <a:pt x="84027" y="105989"/>
                      </a:lnTo>
                      <a:lnTo>
                        <a:pt x="78298" y="108854"/>
                      </a:lnTo>
                      <a:lnTo>
                        <a:pt x="76866" y="109331"/>
                      </a:lnTo>
                      <a:lnTo>
                        <a:pt x="75434" y="109808"/>
                      </a:lnTo>
                      <a:lnTo>
                        <a:pt x="74001" y="110286"/>
                      </a:lnTo>
                      <a:lnTo>
                        <a:pt x="72092" y="110763"/>
                      </a:lnTo>
                      <a:lnTo>
                        <a:pt x="70182" y="111241"/>
                      </a:lnTo>
                      <a:lnTo>
                        <a:pt x="67795" y="111718"/>
                      </a:lnTo>
                      <a:lnTo>
                        <a:pt x="62543" y="112196"/>
                      </a:lnTo>
                      <a:lnTo>
                        <a:pt x="61111" y="112196"/>
                      </a:lnTo>
                      <a:lnTo>
                        <a:pt x="54904" y="111718"/>
                      </a:lnTo>
                      <a:lnTo>
                        <a:pt x="52040" y="111241"/>
                      </a:lnTo>
                      <a:lnTo>
                        <a:pt x="50130" y="110763"/>
                      </a:lnTo>
                      <a:lnTo>
                        <a:pt x="48220" y="110286"/>
                      </a:lnTo>
                      <a:lnTo>
                        <a:pt x="46788" y="109808"/>
                      </a:lnTo>
                      <a:lnTo>
                        <a:pt x="45356" y="109331"/>
                      </a:lnTo>
                      <a:lnTo>
                        <a:pt x="43923" y="108376"/>
                      </a:lnTo>
                      <a:lnTo>
                        <a:pt x="42969" y="108376"/>
                      </a:lnTo>
                      <a:lnTo>
                        <a:pt x="39149" y="106466"/>
                      </a:lnTo>
                      <a:lnTo>
                        <a:pt x="37717" y="105512"/>
                      </a:lnTo>
                      <a:lnTo>
                        <a:pt x="36285" y="104557"/>
                      </a:lnTo>
                      <a:lnTo>
                        <a:pt x="34852" y="103602"/>
                      </a:lnTo>
                      <a:lnTo>
                        <a:pt x="33420" y="102647"/>
                      </a:lnTo>
                      <a:lnTo>
                        <a:pt x="31033" y="100737"/>
                      </a:lnTo>
                      <a:lnTo>
                        <a:pt x="25781" y="95486"/>
                      </a:lnTo>
                      <a:lnTo>
                        <a:pt x="23871" y="93099"/>
                      </a:lnTo>
                      <a:lnTo>
                        <a:pt x="22439" y="91189"/>
                      </a:lnTo>
                      <a:lnTo>
                        <a:pt x="21484" y="89757"/>
                      </a:lnTo>
                      <a:lnTo>
                        <a:pt x="20529" y="88324"/>
                      </a:lnTo>
                      <a:lnTo>
                        <a:pt x="20052" y="86892"/>
                      </a:lnTo>
                      <a:lnTo>
                        <a:pt x="19097" y="85937"/>
                      </a:lnTo>
                      <a:lnTo>
                        <a:pt x="18142" y="84027"/>
                      </a:lnTo>
                      <a:lnTo>
                        <a:pt x="18142" y="83073"/>
                      </a:lnTo>
                      <a:lnTo>
                        <a:pt x="17187" y="81640"/>
                      </a:lnTo>
                      <a:lnTo>
                        <a:pt x="17187" y="80685"/>
                      </a:lnTo>
                      <a:lnTo>
                        <a:pt x="16233" y="79253"/>
                      </a:lnTo>
                      <a:lnTo>
                        <a:pt x="15755" y="77821"/>
                      </a:lnTo>
                      <a:lnTo>
                        <a:pt x="15278" y="75911"/>
                      </a:lnTo>
                      <a:lnTo>
                        <a:pt x="14800" y="74001"/>
                      </a:lnTo>
                      <a:lnTo>
                        <a:pt x="14323" y="72092"/>
                      </a:lnTo>
                      <a:lnTo>
                        <a:pt x="13845" y="68750"/>
                      </a:lnTo>
                      <a:lnTo>
                        <a:pt x="13845" y="56814"/>
                      </a:lnTo>
                      <a:lnTo>
                        <a:pt x="14323" y="53949"/>
                      </a:lnTo>
                      <a:lnTo>
                        <a:pt x="14800" y="52040"/>
                      </a:lnTo>
                      <a:lnTo>
                        <a:pt x="15278" y="49653"/>
                      </a:lnTo>
                      <a:lnTo>
                        <a:pt x="15755" y="48220"/>
                      </a:lnTo>
                      <a:lnTo>
                        <a:pt x="16233" y="46788"/>
                      </a:lnTo>
                      <a:lnTo>
                        <a:pt x="16710" y="45356"/>
                      </a:lnTo>
                      <a:lnTo>
                        <a:pt x="17665" y="43923"/>
                      </a:lnTo>
                      <a:lnTo>
                        <a:pt x="17665" y="42969"/>
                      </a:lnTo>
                      <a:lnTo>
                        <a:pt x="19575" y="39149"/>
                      </a:lnTo>
                      <a:lnTo>
                        <a:pt x="20529" y="38194"/>
                      </a:lnTo>
                      <a:lnTo>
                        <a:pt x="21007" y="36762"/>
                      </a:lnTo>
                      <a:lnTo>
                        <a:pt x="21962" y="35330"/>
                      </a:lnTo>
                      <a:lnTo>
                        <a:pt x="22917" y="33897"/>
                      </a:lnTo>
                      <a:lnTo>
                        <a:pt x="23871" y="32465"/>
                      </a:lnTo>
                      <a:lnTo>
                        <a:pt x="26259" y="29601"/>
                      </a:lnTo>
                      <a:lnTo>
                        <a:pt x="30078" y="25781"/>
                      </a:lnTo>
                      <a:lnTo>
                        <a:pt x="32943" y="23394"/>
                      </a:lnTo>
                      <a:lnTo>
                        <a:pt x="34852" y="21962"/>
                      </a:lnTo>
                      <a:lnTo>
                        <a:pt x="36285" y="21007"/>
                      </a:lnTo>
                      <a:lnTo>
                        <a:pt x="37717" y="20529"/>
                      </a:lnTo>
                      <a:lnTo>
                        <a:pt x="38672" y="19575"/>
                      </a:lnTo>
                      <a:lnTo>
                        <a:pt x="43446" y="17187"/>
                      </a:lnTo>
                      <a:lnTo>
                        <a:pt x="44401" y="17187"/>
                      </a:lnTo>
                      <a:lnTo>
                        <a:pt x="45833" y="16233"/>
                      </a:lnTo>
                      <a:lnTo>
                        <a:pt x="47265" y="15755"/>
                      </a:lnTo>
                      <a:lnTo>
                        <a:pt x="49175" y="15278"/>
                      </a:lnTo>
                      <a:lnTo>
                        <a:pt x="51085" y="14800"/>
                      </a:lnTo>
                      <a:lnTo>
                        <a:pt x="53472" y="14323"/>
                      </a:lnTo>
                      <a:lnTo>
                        <a:pt x="56814" y="13845"/>
                      </a:lnTo>
                      <a:lnTo>
                        <a:pt x="65885" y="13845"/>
                      </a:lnTo>
                      <a:lnTo>
                        <a:pt x="69227" y="14323"/>
                      </a:lnTo>
                      <a:lnTo>
                        <a:pt x="71614" y="14800"/>
                      </a:lnTo>
                      <a:lnTo>
                        <a:pt x="73524" y="15278"/>
                      </a:lnTo>
                      <a:lnTo>
                        <a:pt x="74956" y="15755"/>
                      </a:lnTo>
                      <a:lnTo>
                        <a:pt x="76389" y="16233"/>
                      </a:lnTo>
                      <a:lnTo>
                        <a:pt x="77821" y="16710"/>
                      </a:lnTo>
                      <a:lnTo>
                        <a:pt x="80208" y="18142"/>
                      </a:lnTo>
                      <a:lnTo>
                        <a:pt x="81163" y="18142"/>
                      </a:lnTo>
                      <a:lnTo>
                        <a:pt x="83073" y="19097"/>
                      </a:lnTo>
                      <a:lnTo>
                        <a:pt x="84027" y="20052"/>
                      </a:lnTo>
                      <a:lnTo>
                        <a:pt x="85460" y="20529"/>
                      </a:lnTo>
                      <a:lnTo>
                        <a:pt x="86892" y="21484"/>
                      </a:lnTo>
                      <a:lnTo>
                        <a:pt x="96441" y="11458"/>
                      </a:lnTo>
                      <a:lnTo>
                        <a:pt x="95486" y="10503"/>
                      </a:lnTo>
                      <a:lnTo>
                        <a:pt x="94053" y="10026"/>
                      </a:lnTo>
                      <a:lnTo>
                        <a:pt x="93099" y="9071"/>
                      </a:lnTo>
                      <a:lnTo>
                        <a:pt x="91666" y="8116"/>
                      </a:lnTo>
                      <a:lnTo>
                        <a:pt x="89279" y="7161"/>
                      </a:lnTo>
                      <a:lnTo>
                        <a:pt x="88324" y="6207"/>
                      </a:lnTo>
                      <a:lnTo>
                        <a:pt x="87369" y="6207"/>
                      </a:lnTo>
                      <a:lnTo>
                        <a:pt x="84027" y="4297"/>
                      </a:lnTo>
                      <a:lnTo>
                        <a:pt x="82595" y="3819"/>
                      </a:lnTo>
                      <a:lnTo>
                        <a:pt x="81163" y="3342"/>
                      </a:lnTo>
                      <a:lnTo>
                        <a:pt x="79731" y="2865"/>
                      </a:lnTo>
                      <a:lnTo>
                        <a:pt x="78298" y="2387"/>
                      </a:lnTo>
                      <a:lnTo>
                        <a:pt x="76866" y="1910"/>
                      </a:lnTo>
                      <a:lnTo>
                        <a:pt x="74956" y="1432"/>
                      </a:lnTo>
                      <a:lnTo>
                        <a:pt x="73047" y="955"/>
                      </a:lnTo>
                      <a:lnTo>
                        <a:pt x="70182" y="477"/>
                      </a:lnTo>
                      <a:lnTo>
                        <a:pt x="663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0" name="자유형: 도형 59">
                  <a:extLst>
                    <a:ext uri="{FF2B5EF4-FFF2-40B4-BE49-F238E27FC236}">
                      <a16:creationId xmlns:a16="http://schemas.microsoft.com/office/drawing/2014/main" id="{78149A16-6B46-BEC3-D708-0F5E71AAB286}"/>
                    </a:ext>
                  </a:extLst>
                </p:cNvPr>
                <p:cNvSpPr/>
                <p:nvPr/>
              </p:nvSpPr>
              <p:spPr>
                <a:xfrm>
                  <a:off x="1033241" y="1736573"/>
                  <a:ext cx="190493" cy="193835"/>
                </a:xfrm>
                <a:custGeom>
                  <a:avLst/>
                  <a:gdLst>
                    <a:gd name="csX0" fmla="*/ 87847 w 190493"/>
                    <a:gd name="csY0" fmla="*/ 0 h 193835"/>
                    <a:gd name="csX1" fmla="*/ 83550 w 190493"/>
                    <a:gd name="csY1" fmla="*/ 477 h 193835"/>
                    <a:gd name="csX2" fmla="*/ 80208 w 190493"/>
                    <a:gd name="csY2" fmla="*/ 955 h 193835"/>
                    <a:gd name="csX3" fmla="*/ 77343 w 190493"/>
                    <a:gd name="csY3" fmla="*/ 1432 h 193835"/>
                    <a:gd name="csX4" fmla="*/ 74956 w 190493"/>
                    <a:gd name="csY4" fmla="*/ 1910 h 193835"/>
                    <a:gd name="csX5" fmla="*/ 73047 w 190493"/>
                    <a:gd name="csY5" fmla="*/ 2387 h 193835"/>
                    <a:gd name="csX6" fmla="*/ 71137 w 190493"/>
                    <a:gd name="csY6" fmla="*/ 2865 h 193835"/>
                    <a:gd name="csX7" fmla="*/ 69705 w 190493"/>
                    <a:gd name="csY7" fmla="*/ 3342 h 193835"/>
                    <a:gd name="csX8" fmla="*/ 68272 w 190493"/>
                    <a:gd name="csY8" fmla="*/ 3819 h 193835"/>
                    <a:gd name="csX9" fmla="*/ 66840 w 190493"/>
                    <a:gd name="csY9" fmla="*/ 4297 h 193835"/>
                    <a:gd name="csX10" fmla="*/ 64930 w 190493"/>
                    <a:gd name="csY10" fmla="*/ 4774 h 193835"/>
                    <a:gd name="csX11" fmla="*/ 63498 w 190493"/>
                    <a:gd name="csY11" fmla="*/ 5729 h 193835"/>
                    <a:gd name="csX12" fmla="*/ 62543 w 190493"/>
                    <a:gd name="csY12" fmla="*/ 5729 h 193835"/>
                    <a:gd name="csX13" fmla="*/ 61111 w 190493"/>
                    <a:gd name="csY13" fmla="*/ 6207 h 193835"/>
                    <a:gd name="csX14" fmla="*/ 58724 w 190493"/>
                    <a:gd name="csY14" fmla="*/ 7639 h 193835"/>
                    <a:gd name="csX15" fmla="*/ 57769 w 190493"/>
                    <a:gd name="csY15" fmla="*/ 7639 h 193835"/>
                    <a:gd name="csX16" fmla="*/ 49175 w 190493"/>
                    <a:gd name="csY16" fmla="*/ 11936 h 193835"/>
                    <a:gd name="csX17" fmla="*/ 48220 w 190493"/>
                    <a:gd name="csY17" fmla="*/ 12891 h 193835"/>
                    <a:gd name="csX18" fmla="*/ 46788 w 190493"/>
                    <a:gd name="csY18" fmla="*/ 13368 h 193835"/>
                    <a:gd name="csX19" fmla="*/ 45356 w 190493"/>
                    <a:gd name="csY19" fmla="*/ 14323 h 193835"/>
                    <a:gd name="csX20" fmla="*/ 44401 w 190493"/>
                    <a:gd name="csY20" fmla="*/ 15278 h 193835"/>
                    <a:gd name="csX21" fmla="*/ 42969 w 190493"/>
                    <a:gd name="csY21" fmla="*/ 15755 h 193835"/>
                    <a:gd name="csX22" fmla="*/ 41059 w 190493"/>
                    <a:gd name="csY22" fmla="*/ 17187 h 193835"/>
                    <a:gd name="csX23" fmla="*/ 39627 w 190493"/>
                    <a:gd name="csY23" fmla="*/ 18142 h 193835"/>
                    <a:gd name="csX24" fmla="*/ 37717 w 190493"/>
                    <a:gd name="csY24" fmla="*/ 19575 h 193835"/>
                    <a:gd name="csX25" fmla="*/ 35807 w 190493"/>
                    <a:gd name="csY25" fmla="*/ 21007 h 193835"/>
                    <a:gd name="csX26" fmla="*/ 32943 w 190493"/>
                    <a:gd name="csY26" fmla="*/ 23394 h 193835"/>
                    <a:gd name="csX27" fmla="*/ 23871 w 190493"/>
                    <a:gd name="csY27" fmla="*/ 32465 h 193835"/>
                    <a:gd name="csX28" fmla="*/ 21484 w 190493"/>
                    <a:gd name="csY28" fmla="*/ 35330 h 193835"/>
                    <a:gd name="csX29" fmla="*/ 19575 w 190493"/>
                    <a:gd name="csY29" fmla="*/ 37717 h 193835"/>
                    <a:gd name="csX30" fmla="*/ 18142 w 190493"/>
                    <a:gd name="csY30" fmla="*/ 39627 h 193835"/>
                    <a:gd name="csX31" fmla="*/ 17187 w 190493"/>
                    <a:gd name="csY31" fmla="*/ 41059 h 193835"/>
                    <a:gd name="csX32" fmla="*/ 16233 w 190493"/>
                    <a:gd name="csY32" fmla="*/ 42491 h 193835"/>
                    <a:gd name="csX33" fmla="*/ 15278 w 190493"/>
                    <a:gd name="csY33" fmla="*/ 43923 h 193835"/>
                    <a:gd name="csX34" fmla="*/ 14323 w 190493"/>
                    <a:gd name="csY34" fmla="*/ 45356 h 193835"/>
                    <a:gd name="csX35" fmla="*/ 13845 w 190493"/>
                    <a:gd name="csY35" fmla="*/ 46788 h 193835"/>
                    <a:gd name="csX36" fmla="*/ 12891 w 190493"/>
                    <a:gd name="csY36" fmla="*/ 47743 h 193835"/>
                    <a:gd name="csX37" fmla="*/ 11936 w 190493"/>
                    <a:gd name="csY37" fmla="*/ 50130 h 193835"/>
                    <a:gd name="csX38" fmla="*/ 10981 w 190493"/>
                    <a:gd name="csY38" fmla="*/ 51085 h 193835"/>
                    <a:gd name="csX39" fmla="*/ 9071 w 190493"/>
                    <a:gd name="csY39" fmla="*/ 54904 h 193835"/>
                    <a:gd name="csX40" fmla="*/ 9071 w 190493"/>
                    <a:gd name="csY40" fmla="*/ 55859 h 193835"/>
                    <a:gd name="csX41" fmla="*/ 7639 w 190493"/>
                    <a:gd name="csY41" fmla="*/ 58246 h 193835"/>
                    <a:gd name="csX42" fmla="*/ 7639 w 190493"/>
                    <a:gd name="csY42" fmla="*/ 59201 h 193835"/>
                    <a:gd name="csX43" fmla="*/ 6684 w 190493"/>
                    <a:gd name="csY43" fmla="*/ 60633 h 193835"/>
                    <a:gd name="csX44" fmla="*/ 6684 w 190493"/>
                    <a:gd name="csY44" fmla="*/ 61588 h 193835"/>
                    <a:gd name="csX45" fmla="*/ 5729 w 190493"/>
                    <a:gd name="csY45" fmla="*/ 63021 h 193835"/>
                    <a:gd name="csX46" fmla="*/ 5252 w 190493"/>
                    <a:gd name="csY46" fmla="*/ 64453 h 193835"/>
                    <a:gd name="csX47" fmla="*/ 4774 w 190493"/>
                    <a:gd name="csY47" fmla="*/ 65885 h 193835"/>
                    <a:gd name="csX48" fmla="*/ 4297 w 190493"/>
                    <a:gd name="csY48" fmla="*/ 67317 h 193835"/>
                    <a:gd name="csX49" fmla="*/ 3819 w 190493"/>
                    <a:gd name="csY49" fmla="*/ 68750 h 193835"/>
                    <a:gd name="csX50" fmla="*/ 3342 w 190493"/>
                    <a:gd name="csY50" fmla="*/ 70659 h 193835"/>
                    <a:gd name="csX51" fmla="*/ 2865 w 190493"/>
                    <a:gd name="csY51" fmla="*/ 72092 h 193835"/>
                    <a:gd name="csX52" fmla="*/ 2387 w 190493"/>
                    <a:gd name="csY52" fmla="*/ 74001 h 193835"/>
                    <a:gd name="csX53" fmla="*/ 1910 w 190493"/>
                    <a:gd name="csY53" fmla="*/ 76389 h 193835"/>
                    <a:gd name="csX54" fmla="*/ 1432 w 190493"/>
                    <a:gd name="csY54" fmla="*/ 78776 h 193835"/>
                    <a:gd name="csX55" fmla="*/ 955 w 190493"/>
                    <a:gd name="csY55" fmla="*/ 81163 h 193835"/>
                    <a:gd name="csX56" fmla="*/ 477 w 190493"/>
                    <a:gd name="csY56" fmla="*/ 84505 h 193835"/>
                    <a:gd name="csX57" fmla="*/ 0 w 190493"/>
                    <a:gd name="csY57" fmla="*/ 89279 h 193835"/>
                    <a:gd name="csX58" fmla="*/ 0 w 190493"/>
                    <a:gd name="csY58" fmla="*/ 105034 h 193835"/>
                    <a:gd name="csX59" fmla="*/ 477 w 190493"/>
                    <a:gd name="csY59" fmla="*/ 109331 h 193835"/>
                    <a:gd name="csX60" fmla="*/ 955 w 190493"/>
                    <a:gd name="csY60" fmla="*/ 112673 h 193835"/>
                    <a:gd name="csX61" fmla="*/ 1432 w 190493"/>
                    <a:gd name="csY61" fmla="*/ 115060 h 193835"/>
                    <a:gd name="csX62" fmla="*/ 1910 w 190493"/>
                    <a:gd name="csY62" fmla="*/ 117447 h 193835"/>
                    <a:gd name="csX63" fmla="*/ 2387 w 190493"/>
                    <a:gd name="csY63" fmla="*/ 119357 h 193835"/>
                    <a:gd name="csX64" fmla="*/ 2865 w 190493"/>
                    <a:gd name="csY64" fmla="*/ 121267 h 193835"/>
                    <a:gd name="csX65" fmla="*/ 3342 w 190493"/>
                    <a:gd name="csY65" fmla="*/ 122699 h 193835"/>
                    <a:gd name="csX66" fmla="*/ 3819 w 190493"/>
                    <a:gd name="csY66" fmla="*/ 124609 h 193835"/>
                    <a:gd name="csX67" fmla="*/ 4297 w 190493"/>
                    <a:gd name="csY67" fmla="*/ 126041 h 193835"/>
                    <a:gd name="csX68" fmla="*/ 4774 w 190493"/>
                    <a:gd name="csY68" fmla="*/ 127473 h 193835"/>
                    <a:gd name="csX69" fmla="*/ 5252 w 190493"/>
                    <a:gd name="csY69" fmla="*/ 128906 h 193835"/>
                    <a:gd name="csX70" fmla="*/ 5729 w 190493"/>
                    <a:gd name="csY70" fmla="*/ 130338 h 193835"/>
                    <a:gd name="csX71" fmla="*/ 6684 w 190493"/>
                    <a:gd name="csY71" fmla="*/ 131770 h 193835"/>
                    <a:gd name="csX72" fmla="*/ 6684 w 190493"/>
                    <a:gd name="csY72" fmla="*/ 132725 h 193835"/>
                    <a:gd name="csX73" fmla="*/ 7639 w 190493"/>
                    <a:gd name="csY73" fmla="*/ 134157 h 193835"/>
                    <a:gd name="csX74" fmla="*/ 7639 w 190493"/>
                    <a:gd name="csY74" fmla="*/ 135112 h 193835"/>
                    <a:gd name="csX75" fmla="*/ 12413 w 190493"/>
                    <a:gd name="csY75" fmla="*/ 144661 h 193835"/>
                    <a:gd name="csX76" fmla="*/ 13368 w 190493"/>
                    <a:gd name="csY76" fmla="*/ 145616 h 193835"/>
                    <a:gd name="csX77" fmla="*/ 13845 w 190493"/>
                    <a:gd name="csY77" fmla="*/ 147048 h 193835"/>
                    <a:gd name="csX78" fmla="*/ 14800 w 190493"/>
                    <a:gd name="csY78" fmla="*/ 148003 h 193835"/>
                    <a:gd name="csX79" fmla="*/ 15278 w 190493"/>
                    <a:gd name="csY79" fmla="*/ 149435 h 193835"/>
                    <a:gd name="csX80" fmla="*/ 16233 w 190493"/>
                    <a:gd name="csY80" fmla="*/ 150867 h 193835"/>
                    <a:gd name="csX81" fmla="*/ 17187 w 190493"/>
                    <a:gd name="csY81" fmla="*/ 152300 h 193835"/>
                    <a:gd name="csX82" fmla="*/ 18620 w 190493"/>
                    <a:gd name="csY82" fmla="*/ 154209 h 193835"/>
                    <a:gd name="csX83" fmla="*/ 19575 w 190493"/>
                    <a:gd name="csY83" fmla="*/ 155642 h 193835"/>
                    <a:gd name="csX84" fmla="*/ 21484 w 190493"/>
                    <a:gd name="csY84" fmla="*/ 158029 h 193835"/>
                    <a:gd name="csX85" fmla="*/ 23871 w 190493"/>
                    <a:gd name="csY85" fmla="*/ 160893 h 193835"/>
                    <a:gd name="csX86" fmla="*/ 33420 w 190493"/>
                    <a:gd name="csY86" fmla="*/ 170442 h 193835"/>
                    <a:gd name="csX87" fmla="*/ 35807 w 190493"/>
                    <a:gd name="csY87" fmla="*/ 172352 h 193835"/>
                    <a:gd name="csX88" fmla="*/ 38194 w 190493"/>
                    <a:gd name="csY88" fmla="*/ 174261 h 193835"/>
                    <a:gd name="csX89" fmla="*/ 40104 w 190493"/>
                    <a:gd name="csY89" fmla="*/ 175694 h 193835"/>
                    <a:gd name="csX90" fmla="*/ 41536 w 190493"/>
                    <a:gd name="csY90" fmla="*/ 176648 h 193835"/>
                    <a:gd name="csX91" fmla="*/ 42969 w 190493"/>
                    <a:gd name="csY91" fmla="*/ 177603 h 193835"/>
                    <a:gd name="csX92" fmla="*/ 44401 w 190493"/>
                    <a:gd name="csY92" fmla="*/ 178558 h 193835"/>
                    <a:gd name="csX93" fmla="*/ 45833 w 190493"/>
                    <a:gd name="csY93" fmla="*/ 179513 h 193835"/>
                    <a:gd name="csX94" fmla="*/ 47265 w 190493"/>
                    <a:gd name="csY94" fmla="*/ 180468 h 193835"/>
                    <a:gd name="csX95" fmla="*/ 48698 w 190493"/>
                    <a:gd name="csY95" fmla="*/ 180945 h 193835"/>
                    <a:gd name="csX96" fmla="*/ 49653 w 190493"/>
                    <a:gd name="csY96" fmla="*/ 181900 h 193835"/>
                    <a:gd name="csX97" fmla="*/ 57291 w 190493"/>
                    <a:gd name="csY97" fmla="*/ 185720 h 193835"/>
                    <a:gd name="csX98" fmla="*/ 58246 w 190493"/>
                    <a:gd name="csY98" fmla="*/ 185720 h 193835"/>
                    <a:gd name="csX99" fmla="*/ 60633 w 190493"/>
                    <a:gd name="csY99" fmla="*/ 187152 h 193835"/>
                    <a:gd name="csX100" fmla="*/ 61588 w 190493"/>
                    <a:gd name="csY100" fmla="*/ 187152 h 193835"/>
                    <a:gd name="csX101" fmla="*/ 63021 w 190493"/>
                    <a:gd name="csY101" fmla="*/ 188107 h 193835"/>
                    <a:gd name="csX102" fmla="*/ 64453 w 190493"/>
                    <a:gd name="csY102" fmla="*/ 188584 h 193835"/>
                    <a:gd name="csX103" fmla="*/ 65885 w 190493"/>
                    <a:gd name="csY103" fmla="*/ 189062 h 193835"/>
                    <a:gd name="csX104" fmla="*/ 67317 w 190493"/>
                    <a:gd name="csY104" fmla="*/ 189539 h 193835"/>
                    <a:gd name="csX105" fmla="*/ 68750 w 190493"/>
                    <a:gd name="csY105" fmla="*/ 190016 h 193835"/>
                    <a:gd name="csX106" fmla="*/ 70659 w 190493"/>
                    <a:gd name="csY106" fmla="*/ 190494 h 193835"/>
                    <a:gd name="csX107" fmla="*/ 72569 w 190493"/>
                    <a:gd name="csY107" fmla="*/ 190971 h 193835"/>
                    <a:gd name="csX108" fmla="*/ 74479 w 190493"/>
                    <a:gd name="csY108" fmla="*/ 191449 h 193835"/>
                    <a:gd name="csX109" fmla="*/ 76389 w 190493"/>
                    <a:gd name="csY109" fmla="*/ 191926 h 193835"/>
                    <a:gd name="csX110" fmla="*/ 78776 w 190493"/>
                    <a:gd name="csY110" fmla="*/ 192404 h 193835"/>
                    <a:gd name="csX111" fmla="*/ 81640 w 190493"/>
                    <a:gd name="csY111" fmla="*/ 192881 h 193835"/>
                    <a:gd name="csX112" fmla="*/ 85460 w 190493"/>
                    <a:gd name="csY112" fmla="*/ 193358 h 193835"/>
                    <a:gd name="csX113" fmla="*/ 93576 w 190493"/>
                    <a:gd name="csY113" fmla="*/ 193836 h 193835"/>
                    <a:gd name="csX114" fmla="*/ 96918 w 190493"/>
                    <a:gd name="csY114" fmla="*/ 193836 h 193835"/>
                    <a:gd name="csX115" fmla="*/ 104557 w 190493"/>
                    <a:gd name="csY115" fmla="*/ 193358 h 193835"/>
                    <a:gd name="csX116" fmla="*/ 108376 w 190493"/>
                    <a:gd name="csY116" fmla="*/ 192881 h 193835"/>
                    <a:gd name="csX117" fmla="*/ 111241 w 190493"/>
                    <a:gd name="csY117" fmla="*/ 192404 h 193835"/>
                    <a:gd name="csX118" fmla="*/ 113628 w 190493"/>
                    <a:gd name="csY118" fmla="*/ 191926 h 193835"/>
                    <a:gd name="csX119" fmla="*/ 116015 w 190493"/>
                    <a:gd name="csY119" fmla="*/ 191449 h 193835"/>
                    <a:gd name="csX120" fmla="*/ 117925 w 190493"/>
                    <a:gd name="csY120" fmla="*/ 190971 h 193835"/>
                    <a:gd name="csX121" fmla="*/ 119357 w 190493"/>
                    <a:gd name="csY121" fmla="*/ 190494 h 193835"/>
                    <a:gd name="csX122" fmla="*/ 121267 w 190493"/>
                    <a:gd name="csY122" fmla="*/ 190016 h 193835"/>
                    <a:gd name="csX123" fmla="*/ 122699 w 190493"/>
                    <a:gd name="csY123" fmla="*/ 189539 h 193835"/>
                    <a:gd name="csX124" fmla="*/ 124131 w 190493"/>
                    <a:gd name="csY124" fmla="*/ 189062 h 193835"/>
                    <a:gd name="csX125" fmla="*/ 125564 w 190493"/>
                    <a:gd name="csY125" fmla="*/ 188584 h 193835"/>
                    <a:gd name="csX126" fmla="*/ 126996 w 190493"/>
                    <a:gd name="csY126" fmla="*/ 188107 h 193835"/>
                    <a:gd name="csX127" fmla="*/ 128428 w 190493"/>
                    <a:gd name="csY127" fmla="*/ 187629 h 193835"/>
                    <a:gd name="csX128" fmla="*/ 129860 w 190493"/>
                    <a:gd name="csY128" fmla="*/ 186674 h 193835"/>
                    <a:gd name="csX129" fmla="*/ 130815 w 190493"/>
                    <a:gd name="csY129" fmla="*/ 186674 h 193835"/>
                    <a:gd name="csX130" fmla="*/ 142274 w 190493"/>
                    <a:gd name="csY130" fmla="*/ 180945 h 193835"/>
                    <a:gd name="csX131" fmla="*/ 143228 w 190493"/>
                    <a:gd name="csY131" fmla="*/ 179990 h 193835"/>
                    <a:gd name="csX132" fmla="*/ 144661 w 190493"/>
                    <a:gd name="csY132" fmla="*/ 179513 h 193835"/>
                    <a:gd name="csX133" fmla="*/ 146093 w 190493"/>
                    <a:gd name="csY133" fmla="*/ 178558 h 193835"/>
                    <a:gd name="csX134" fmla="*/ 147525 w 190493"/>
                    <a:gd name="csY134" fmla="*/ 177603 h 193835"/>
                    <a:gd name="csX135" fmla="*/ 149435 w 190493"/>
                    <a:gd name="csY135" fmla="*/ 176171 h 193835"/>
                    <a:gd name="csX136" fmla="*/ 150867 w 190493"/>
                    <a:gd name="csY136" fmla="*/ 175216 h 193835"/>
                    <a:gd name="csX137" fmla="*/ 152777 w 190493"/>
                    <a:gd name="csY137" fmla="*/ 173784 h 193835"/>
                    <a:gd name="csX138" fmla="*/ 155164 w 190493"/>
                    <a:gd name="csY138" fmla="*/ 171874 h 193835"/>
                    <a:gd name="csX139" fmla="*/ 158506 w 190493"/>
                    <a:gd name="csY139" fmla="*/ 169010 h 193835"/>
                    <a:gd name="csX140" fmla="*/ 164235 w 190493"/>
                    <a:gd name="csY140" fmla="*/ 163280 h 193835"/>
                    <a:gd name="csX141" fmla="*/ 167577 w 190493"/>
                    <a:gd name="csY141" fmla="*/ 159461 h 193835"/>
                    <a:gd name="csX142" fmla="*/ 169487 w 190493"/>
                    <a:gd name="csY142" fmla="*/ 157074 h 193835"/>
                    <a:gd name="csX143" fmla="*/ 170919 w 190493"/>
                    <a:gd name="csY143" fmla="*/ 155164 h 193835"/>
                    <a:gd name="csX144" fmla="*/ 172352 w 190493"/>
                    <a:gd name="csY144" fmla="*/ 153254 h 193835"/>
                    <a:gd name="csX145" fmla="*/ 173306 w 190493"/>
                    <a:gd name="csY145" fmla="*/ 151822 h 193835"/>
                    <a:gd name="csX146" fmla="*/ 174261 w 190493"/>
                    <a:gd name="csY146" fmla="*/ 150390 h 193835"/>
                    <a:gd name="csX147" fmla="*/ 175216 w 190493"/>
                    <a:gd name="csY147" fmla="*/ 148958 h 193835"/>
                    <a:gd name="csX148" fmla="*/ 176171 w 190493"/>
                    <a:gd name="csY148" fmla="*/ 147525 h 193835"/>
                    <a:gd name="csX149" fmla="*/ 176648 w 190493"/>
                    <a:gd name="csY149" fmla="*/ 146093 h 193835"/>
                    <a:gd name="csX150" fmla="*/ 177603 w 190493"/>
                    <a:gd name="csY150" fmla="*/ 145138 h 193835"/>
                    <a:gd name="csX151" fmla="*/ 182855 w 190493"/>
                    <a:gd name="csY151" fmla="*/ 134635 h 193835"/>
                    <a:gd name="csX152" fmla="*/ 182855 w 190493"/>
                    <a:gd name="csY152" fmla="*/ 133680 h 193835"/>
                    <a:gd name="csX153" fmla="*/ 183810 w 190493"/>
                    <a:gd name="csY153" fmla="*/ 132248 h 193835"/>
                    <a:gd name="csX154" fmla="*/ 183810 w 190493"/>
                    <a:gd name="csY154" fmla="*/ 131293 h 193835"/>
                    <a:gd name="csX155" fmla="*/ 184765 w 190493"/>
                    <a:gd name="csY155" fmla="*/ 129860 h 193835"/>
                    <a:gd name="csX156" fmla="*/ 185242 w 190493"/>
                    <a:gd name="csY156" fmla="*/ 128428 h 193835"/>
                    <a:gd name="csX157" fmla="*/ 185720 w 190493"/>
                    <a:gd name="csY157" fmla="*/ 126996 h 193835"/>
                    <a:gd name="csX158" fmla="*/ 186197 w 190493"/>
                    <a:gd name="csY158" fmla="*/ 125564 h 193835"/>
                    <a:gd name="csX159" fmla="*/ 186674 w 190493"/>
                    <a:gd name="csY159" fmla="*/ 123654 h 193835"/>
                    <a:gd name="csX160" fmla="*/ 187152 w 190493"/>
                    <a:gd name="csY160" fmla="*/ 122222 h 193835"/>
                    <a:gd name="csX161" fmla="*/ 187629 w 190493"/>
                    <a:gd name="csY161" fmla="*/ 120312 h 193835"/>
                    <a:gd name="csX162" fmla="*/ 188107 w 190493"/>
                    <a:gd name="csY162" fmla="*/ 118402 h 193835"/>
                    <a:gd name="csX163" fmla="*/ 188584 w 190493"/>
                    <a:gd name="csY163" fmla="*/ 116492 h 193835"/>
                    <a:gd name="csX164" fmla="*/ 189062 w 190493"/>
                    <a:gd name="csY164" fmla="*/ 114105 h 193835"/>
                    <a:gd name="csX165" fmla="*/ 189539 w 190493"/>
                    <a:gd name="csY165" fmla="*/ 111241 h 193835"/>
                    <a:gd name="csX166" fmla="*/ 190016 w 190493"/>
                    <a:gd name="csY166" fmla="*/ 107421 h 193835"/>
                    <a:gd name="csX167" fmla="*/ 190494 w 190493"/>
                    <a:gd name="csY167" fmla="*/ 102647 h 193835"/>
                    <a:gd name="csX168" fmla="*/ 190494 w 190493"/>
                    <a:gd name="csY168" fmla="*/ 91666 h 193835"/>
                    <a:gd name="csX169" fmla="*/ 190016 w 190493"/>
                    <a:gd name="csY169" fmla="*/ 86415 h 193835"/>
                    <a:gd name="csX170" fmla="*/ 189539 w 190493"/>
                    <a:gd name="csY170" fmla="*/ 82595 h 193835"/>
                    <a:gd name="csX171" fmla="*/ 189062 w 190493"/>
                    <a:gd name="csY171" fmla="*/ 79731 h 193835"/>
                    <a:gd name="csX172" fmla="*/ 188584 w 190493"/>
                    <a:gd name="csY172" fmla="*/ 77343 h 193835"/>
                    <a:gd name="csX173" fmla="*/ 188107 w 190493"/>
                    <a:gd name="csY173" fmla="*/ 74956 h 193835"/>
                    <a:gd name="csX174" fmla="*/ 187629 w 190493"/>
                    <a:gd name="csY174" fmla="*/ 73047 h 193835"/>
                    <a:gd name="csX175" fmla="*/ 187152 w 190493"/>
                    <a:gd name="csY175" fmla="*/ 71614 h 193835"/>
                    <a:gd name="csX176" fmla="*/ 186674 w 190493"/>
                    <a:gd name="csY176" fmla="*/ 69705 h 193835"/>
                    <a:gd name="csX177" fmla="*/ 186197 w 190493"/>
                    <a:gd name="csY177" fmla="*/ 68272 h 193835"/>
                    <a:gd name="csX178" fmla="*/ 185720 w 190493"/>
                    <a:gd name="csY178" fmla="*/ 66840 h 193835"/>
                    <a:gd name="csX179" fmla="*/ 185242 w 190493"/>
                    <a:gd name="csY179" fmla="*/ 65408 h 193835"/>
                    <a:gd name="csX180" fmla="*/ 184765 w 190493"/>
                    <a:gd name="csY180" fmla="*/ 63975 h 193835"/>
                    <a:gd name="csX181" fmla="*/ 184287 w 190493"/>
                    <a:gd name="csY181" fmla="*/ 62543 h 193835"/>
                    <a:gd name="csX182" fmla="*/ 183332 w 190493"/>
                    <a:gd name="csY182" fmla="*/ 61111 h 193835"/>
                    <a:gd name="csX183" fmla="*/ 183332 w 190493"/>
                    <a:gd name="csY183" fmla="*/ 60156 h 193835"/>
                    <a:gd name="csX184" fmla="*/ 182378 w 190493"/>
                    <a:gd name="csY184" fmla="*/ 58724 h 193835"/>
                    <a:gd name="csX185" fmla="*/ 182378 w 190493"/>
                    <a:gd name="csY185" fmla="*/ 57769 h 193835"/>
                    <a:gd name="csX186" fmla="*/ 178081 w 190493"/>
                    <a:gd name="csY186" fmla="*/ 49175 h 193835"/>
                    <a:gd name="csX187" fmla="*/ 177126 w 190493"/>
                    <a:gd name="csY187" fmla="*/ 48220 h 193835"/>
                    <a:gd name="csX188" fmla="*/ 176171 w 190493"/>
                    <a:gd name="csY188" fmla="*/ 45833 h 193835"/>
                    <a:gd name="csX189" fmla="*/ 175216 w 190493"/>
                    <a:gd name="csY189" fmla="*/ 44401 h 193835"/>
                    <a:gd name="csX190" fmla="*/ 174261 w 190493"/>
                    <a:gd name="csY190" fmla="*/ 42969 h 193835"/>
                    <a:gd name="csX191" fmla="*/ 173306 w 190493"/>
                    <a:gd name="csY191" fmla="*/ 41536 h 193835"/>
                    <a:gd name="csX192" fmla="*/ 172352 w 190493"/>
                    <a:gd name="csY192" fmla="*/ 40104 h 193835"/>
                    <a:gd name="csX193" fmla="*/ 171397 w 190493"/>
                    <a:gd name="csY193" fmla="*/ 38672 h 193835"/>
                    <a:gd name="csX194" fmla="*/ 169964 w 190493"/>
                    <a:gd name="csY194" fmla="*/ 37717 h 193835"/>
                    <a:gd name="csX195" fmla="*/ 160416 w 190493"/>
                    <a:gd name="csY195" fmla="*/ 47265 h 193835"/>
                    <a:gd name="csX196" fmla="*/ 160893 w 190493"/>
                    <a:gd name="csY196" fmla="*/ 48220 h 193835"/>
                    <a:gd name="csX197" fmla="*/ 161848 w 190493"/>
                    <a:gd name="csY197" fmla="*/ 49175 h 193835"/>
                    <a:gd name="csX198" fmla="*/ 162803 w 190493"/>
                    <a:gd name="csY198" fmla="*/ 50607 h 193835"/>
                    <a:gd name="csX199" fmla="*/ 163758 w 190493"/>
                    <a:gd name="csY199" fmla="*/ 52040 h 193835"/>
                    <a:gd name="csX200" fmla="*/ 164235 w 190493"/>
                    <a:gd name="csY200" fmla="*/ 53472 h 193835"/>
                    <a:gd name="csX201" fmla="*/ 165190 w 190493"/>
                    <a:gd name="csY201" fmla="*/ 54427 h 193835"/>
                    <a:gd name="csX202" fmla="*/ 165668 w 190493"/>
                    <a:gd name="csY202" fmla="*/ 55859 h 193835"/>
                    <a:gd name="csX203" fmla="*/ 166622 w 190493"/>
                    <a:gd name="csY203" fmla="*/ 56814 h 193835"/>
                    <a:gd name="csX204" fmla="*/ 169010 w 190493"/>
                    <a:gd name="csY204" fmla="*/ 61588 h 193835"/>
                    <a:gd name="csX205" fmla="*/ 169010 w 190493"/>
                    <a:gd name="csY205" fmla="*/ 62543 h 193835"/>
                    <a:gd name="csX206" fmla="*/ 170442 w 190493"/>
                    <a:gd name="csY206" fmla="*/ 64930 h 193835"/>
                    <a:gd name="csX207" fmla="*/ 170442 w 190493"/>
                    <a:gd name="csY207" fmla="*/ 65885 h 193835"/>
                    <a:gd name="csX208" fmla="*/ 171397 w 190493"/>
                    <a:gd name="csY208" fmla="*/ 67317 h 193835"/>
                    <a:gd name="csX209" fmla="*/ 171874 w 190493"/>
                    <a:gd name="csY209" fmla="*/ 68750 h 193835"/>
                    <a:gd name="csX210" fmla="*/ 172352 w 190493"/>
                    <a:gd name="csY210" fmla="*/ 70182 h 193835"/>
                    <a:gd name="csX211" fmla="*/ 172829 w 190493"/>
                    <a:gd name="csY211" fmla="*/ 71614 h 193835"/>
                    <a:gd name="csX212" fmla="*/ 173306 w 190493"/>
                    <a:gd name="csY212" fmla="*/ 73047 h 193835"/>
                    <a:gd name="csX213" fmla="*/ 173784 w 190493"/>
                    <a:gd name="csY213" fmla="*/ 74479 h 193835"/>
                    <a:gd name="csX214" fmla="*/ 174261 w 190493"/>
                    <a:gd name="csY214" fmla="*/ 76389 h 193835"/>
                    <a:gd name="csX215" fmla="*/ 174739 w 190493"/>
                    <a:gd name="csY215" fmla="*/ 78298 h 193835"/>
                    <a:gd name="csX216" fmla="*/ 175216 w 190493"/>
                    <a:gd name="csY216" fmla="*/ 80685 h 193835"/>
                    <a:gd name="csX217" fmla="*/ 175694 w 190493"/>
                    <a:gd name="csY217" fmla="*/ 83550 h 193835"/>
                    <a:gd name="csX218" fmla="*/ 176171 w 190493"/>
                    <a:gd name="csY218" fmla="*/ 86415 h 193835"/>
                    <a:gd name="csX219" fmla="*/ 176648 w 190493"/>
                    <a:gd name="csY219" fmla="*/ 91666 h 193835"/>
                    <a:gd name="csX220" fmla="*/ 176648 w 190493"/>
                    <a:gd name="csY220" fmla="*/ 102170 h 193835"/>
                    <a:gd name="csX221" fmla="*/ 176171 w 190493"/>
                    <a:gd name="csY221" fmla="*/ 106944 h 193835"/>
                    <a:gd name="csX222" fmla="*/ 175694 w 190493"/>
                    <a:gd name="csY222" fmla="*/ 110286 h 193835"/>
                    <a:gd name="csX223" fmla="*/ 175216 w 190493"/>
                    <a:gd name="csY223" fmla="*/ 113150 h 193835"/>
                    <a:gd name="csX224" fmla="*/ 174739 w 190493"/>
                    <a:gd name="csY224" fmla="*/ 115060 h 193835"/>
                    <a:gd name="csX225" fmla="*/ 174261 w 190493"/>
                    <a:gd name="csY225" fmla="*/ 116970 h 193835"/>
                    <a:gd name="csX226" fmla="*/ 173784 w 190493"/>
                    <a:gd name="csY226" fmla="*/ 118880 h 193835"/>
                    <a:gd name="csX227" fmla="*/ 173306 w 190493"/>
                    <a:gd name="csY227" fmla="*/ 120312 h 193835"/>
                    <a:gd name="csX228" fmla="*/ 172829 w 190493"/>
                    <a:gd name="csY228" fmla="*/ 121744 h 193835"/>
                    <a:gd name="csX229" fmla="*/ 172352 w 190493"/>
                    <a:gd name="csY229" fmla="*/ 123176 h 193835"/>
                    <a:gd name="csX230" fmla="*/ 171874 w 190493"/>
                    <a:gd name="csY230" fmla="*/ 124609 h 193835"/>
                    <a:gd name="csX231" fmla="*/ 171397 w 190493"/>
                    <a:gd name="csY231" fmla="*/ 126041 h 193835"/>
                    <a:gd name="csX232" fmla="*/ 170442 w 190493"/>
                    <a:gd name="csY232" fmla="*/ 127473 h 193835"/>
                    <a:gd name="csX233" fmla="*/ 170442 w 190493"/>
                    <a:gd name="csY233" fmla="*/ 128428 h 193835"/>
                    <a:gd name="csX234" fmla="*/ 169010 w 190493"/>
                    <a:gd name="csY234" fmla="*/ 130815 h 193835"/>
                    <a:gd name="csX235" fmla="*/ 169010 w 190493"/>
                    <a:gd name="csY235" fmla="*/ 131770 h 193835"/>
                    <a:gd name="csX236" fmla="*/ 166622 w 190493"/>
                    <a:gd name="csY236" fmla="*/ 136544 h 193835"/>
                    <a:gd name="csX237" fmla="*/ 165668 w 190493"/>
                    <a:gd name="csY237" fmla="*/ 137499 h 193835"/>
                    <a:gd name="csX238" fmla="*/ 165190 w 190493"/>
                    <a:gd name="csY238" fmla="*/ 138932 h 193835"/>
                    <a:gd name="csX239" fmla="*/ 164235 w 190493"/>
                    <a:gd name="csY239" fmla="*/ 139886 h 193835"/>
                    <a:gd name="csX240" fmla="*/ 163758 w 190493"/>
                    <a:gd name="csY240" fmla="*/ 141319 h 193835"/>
                    <a:gd name="csX241" fmla="*/ 162803 w 190493"/>
                    <a:gd name="csY241" fmla="*/ 142751 h 193835"/>
                    <a:gd name="csX242" fmla="*/ 161848 w 190493"/>
                    <a:gd name="csY242" fmla="*/ 144183 h 193835"/>
                    <a:gd name="csX243" fmla="*/ 160416 w 190493"/>
                    <a:gd name="csY243" fmla="*/ 146093 h 193835"/>
                    <a:gd name="csX244" fmla="*/ 158984 w 190493"/>
                    <a:gd name="csY244" fmla="*/ 148003 h 193835"/>
                    <a:gd name="csX245" fmla="*/ 157074 w 190493"/>
                    <a:gd name="csY245" fmla="*/ 150390 h 193835"/>
                    <a:gd name="csX246" fmla="*/ 152777 w 190493"/>
                    <a:gd name="csY246" fmla="*/ 154687 h 193835"/>
                    <a:gd name="csX247" fmla="*/ 151822 w 190493"/>
                    <a:gd name="csY247" fmla="*/ 155642 h 193835"/>
                    <a:gd name="csX248" fmla="*/ 147048 w 190493"/>
                    <a:gd name="csY248" fmla="*/ 160416 h 193835"/>
                    <a:gd name="csX249" fmla="*/ 144183 w 190493"/>
                    <a:gd name="csY249" fmla="*/ 162803 h 193835"/>
                    <a:gd name="csX250" fmla="*/ 142751 w 190493"/>
                    <a:gd name="csY250" fmla="*/ 163758 h 193835"/>
                    <a:gd name="csX251" fmla="*/ 140841 w 190493"/>
                    <a:gd name="csY251" fmla="*/ 165190 h 193835"/>
                    <a:gd name="csX252" fmla="*/ 139409 w 190493"/>
                    <a:gd name="csY252" fmla="*/ 166145 h 193835"/>
                    <a:gd name="csX253" fmla="*/ 137977 w 190493"/>
                    <a:gd name="csY253" fmla="*/ 167100 h 193835"/>
                    <a:gd name="csX254" fmla="*/ 136544 w 190493"/>
                    <a:gd name="csY254" fmla="*/ 168055 h 193835"/>
                    <a:gd name="csX255" fmla="*/ 135112 w 190493"/>
                    <a:gd name="csY255" fmla="*/ 168532 h 193835"/>
                    <a:gd name="csX256" fmla="*/ 134157 w 190493"/>
                    <a:gd name="csY256" fmla="*/ 169487 h 193835"/>
                    <a:gd name="csX257" fmla="*/ 125564 w 190493"/>
                    <a:gd name="csY257" fmla="*/ 173784 h 193835"/>
                    <a:gd name="csX258" fmla="*/ 124609 w 190493"/>
                    <a:gd name="csY258" fmla="*/ 173784 h 193835"/>
                    <a:gd name="csX259" fmla="*/ 123176 w 190493"/>
                    <a:gd name="csY259" fmla="*/ 174739 h 193835"/>
                    <a:gd name="csX260" fmla="*/ 121744 w 190493"/>
                    <a:gd name="csY260" fmla="*/ 175216 h 193835"/>
                    <a:gd name="csX261" fmla="*/ 120312 w 190493"/>
                    <a:gd name="csY261" fmla="*/ 175694 h 193835"/>
                    <a:gd name="csX262" fmla="*/ 118880 w 190493"/>
                    <a:gd name="csY262" fmla="*/ 176171 h 193835"/>
                    <a:gd name="csX263" fmla="*/ 117447 w 190493"/>
                    <a:gd name="csY263" fmla="*/ 176648 h 193835"/>
                    <a:gd name="csX264" fmla="*/ 115538 w 190493"/>
                    <a:gd name="csY264" fmla="*/ 177126 h 193835"/>
                    <a:gd name="csX265" fmla="*/ 113628 w 190493"/>
                    <a:gd name="csY265" fmla="*/ 177603 h 193835"/>
                    <a:gd name="csX266" fmla="*/ 111718 w 190493"/>
                    <a:gd name="csY266" fmla="*/ 178081 h 193835"/>
                    <a:gd name="csX267" fmla="*/ 109331 w 190493"/>
                    <a:gd name="csY267" fmla="*/ 178558 h 193835"/>
                    <a:gd name="csX268" fmla="*/ 106944 w 190493"/>
                    <a:gd name="csY268" fmla="*/ 179036 h 193835"/>
                    <a:gd name="csX269" fmla="*/ 103124 w 190493"/>
                    <a:gd name="csY269" fmla="*/ 179513 h 193835"/>
                    <a:gd name="csX270" fmla="*/ 87369 w 190493"/>
                    <a:gd name="csY270" fmla="*/ 179513 h 193835"/>
                    <a:gd name="csX271" fmla="*/ 83550 w 190493"/>
                    <a:gd name="csY271" fmla="*/ 179036 h 193835"/>
                    <a:gd name="csX272" fmla="*/ 80685 w 190493"/>
                    <a:gd name="csY272" fmla="*/ 178558 h 193835"/>
                    <a:gd name="csX273" fmla="*/ 78298 w 190493"/>
                    <a:gd name="csY273" fmla="*/ 178081 h 193835"/>
                    <a:gd name="csX274" fmla="*/ 76389 w 190493"/>
                    <a:gd name="csY274" fmla="*/ 177603 h 193835"/>
                    <a:gd name="csX275" fmla="*/ 74479 w 190493"/>
                    <a:gd name="csY275" fmla="*/ 177126 h 193835"/>
                    <a:gd name="csX276" fmla="*/ 73047 w 190493"/>
                    <a:gd name="csY276" fmla="*/ 176648 h 193835"/>
                    <a:gd name="csX277" fmla="*/ 71614 w 190493"/>
                    <a:gd name="csY277" fmla="*/ 176171 h 193835"/>
                    <a:gd name="csX278" fmla="*/ 69705 w 190493"/>
                    <a:gd name="csY278" fmla="*/ 175694 h 193835"/>
                    <a:gd name="csX279" fmla="*/ 68272 w 190493"/>
                    <a:gd name="csY279" fmla="*/ 174739 h 193835"/>
                    <a:gd name="csX280" fmla="*/ 67317 w 190493"/>
                    <a:gd name="csY280" fmla="*/ 174739 h 193835"/>
                    <a:gd name="csX281" fmla="*/ 65885 w 190493"/>
                    <a:gd name="csY281" fmla="*/ 173784 h 193835"/>
                    <a:gd name="csX282" fmla="*/ 64930 w 190493"/>
                    <a:gd name="csY282" fmla="*/ 173784 h 193835"/>
                    <a:gd name="csX283" fmla="*/ 60633 w 190493"/>
                    <a:gd name="csY283" fmla="*/ 171397 h 193835"/>
                    <a:gd name="csX284" fmla="*/ 59679 w 190493"/>
                    <a:gd name="csY284" fmla="*/ 171397 h 193835"/>
                    <a:gd name="csX285" fmla="*/ 58724 w 190493"/>
                    <a:gd name="csY285" fmla="*/ 170919 h 193835"/>
                    <a:gd name="csX286" fmla="*/ 57769 w 190493"/>
                    <a:gd name="csY286" fmla="*/ 169964 h 193835"/>
                    <a:gd name="csX287" fmla="*/ 54427 w 190493"/>
                    <a:gd name="csY287" fmla="*/ 168532 h 193835"/>
                    <a:gd name="csX288" fmla="*/ 52995 w 190493"/>
                    <a:gd name="csY288" fmla="*/ 167577 h 193835"/>
                    <a:gd name="csX289" fmla="*/ 51562 w 190493"/>
                    <a:gd name="csY289" fmla="*/ 166622 h 193835"/>
                    <a:gd name="csX290" fmla="*/ 50130 w 190493"/>
                    <a:gd name="csY290" fmla="*/ 165668 h 193835"/>
                    <a:gd name="csX291" fmla="*/ 48698 w 190493"/>
                    <a:gd name="csY291" fmla="*/ 164713 h 193835"/>
                    <a:gd name="csX292" fmla="*/ 46788 w 190493"/>
                    <a:gd name="csY292" fmla="*/ 163280 h 193835"/>
                    <a:gd name="csX293" fmla="*/ 43923 w 190493"/>
                    <a:gd name="csY293" fmla="*/ 160893 h 193835"/>
                    <a:gd name="csX294" fmla="*/ 41059 w 190493"/>
                    <a:gd name="csY294" fmla="*/ 158506 h 193835"/>
                    <a:gd name="csX295" fmla="*/ 36285 w 190493"/>
                    <a:gd name="csY295" fmla="*/ 153732 h 193835"/>
                    <a:gd name="csX296" fmla="*/ 32943 w 190493"/>
                    <a:gd name="csY296" fmla="*/ 149912 h 193835"/>
                    <a:gd name="csX297" fmla="*/ 31033 w 190493"/>
                    <a:gd name="csY297" fmla="*/ 147525 h 193835"/>
                    <a:gd name="csX298" fmla="*/ 29601 w 190493"/>
                    <a:gd name="csY298" fmla="*/ 145616 h 193835"/>
                    <a:gd name="csX299" fmla="*/ 28646 w 190493"/>
                    <a:gd name="csY299" fmla="*/ 144183 h 193835"/>
                    <a:gd name="csX300" fmla="*/ 27213 w 190493"/>
                    <a:gd name="csY300" fmla="*/ 142274 h 193835"/>
                    <a:gd name="csX301" fmla="*/ 26736 w 190493"/>
                    <a:gd name="csY301" fmla="*/ 140841 h 193835"/>
                    <a:gd name="csX302" fmla="*/ 25781 w 190493"/>
                    <a:gd name="csY302" fmla="*/ 139886 h 193835"/>
                    <a:gd name="csX303" fmla="*/ 25304 w 190493"/>
                    <a:gd name="csY303" fmla="*/ 138454 h 193835"/>
                    <a:gd name="csX304" fmla="*/ 24349 w 190493"/>
                    <a:gd name="csY304" fmla="*/ 137499 h 193835"/>
                    <a:gd name="csX305" fmla="*/ 20052 w 190493"/>
                    <a:gd name="csY305" fmla="*/ 128906 h 193835"/>
                    <a:gd name="csX306" fmla="*/ 20052 w 190493"/>
                    <a:gd name="csY306" fmla="*/ 127951 h 193835"/>
                    <a:gd name="csX307" fmla="*/ 19097 w 190493"/>
                    <a:gd name="csY307" fmla="*/ 126518 h 193835"/>
                    <a:gd name="csX308" fmla="*/ 18620 w 190493"/>
                    <a:gd name="csY308" fmla="*/ 125086 h 193835"/>
                    <a:gd name="csX309" fmla="*/ 18142 w 190493"/>
                    <a:gd name="csY309" fmla="*/ 123654 h 193835"/>
                    <a:gd name="csX310" fmla="*/ 17665 w 190493"/>
                    <a:gd name="csY310" fmla="*/ 122222 h 193835"/>
                    <a:gd name="csX311" fmla="*/ 17187 w 190493"/>
                    <a:gd name="csY311" fmla="*/ 120789 h 193835"/>
                    <a:gd name="csX312" fmla="*/ 16710 w 190493"/>
                    <a:gd name="csY312" fmla="*/ 119357 h 193835"/>
                    <a:gd name="csX313" fmla="*/ 16233 w 190493"/>
                    <a:gd name="csY313" fmla="*/ 117447 h 193835"/>
                    <a:gd name="csX314" fmla="*/ 15755 w 190493"/>
                    <a:gd name="csY314" fmla="*/ 115538 h 193835"/>
                    <a:gd name="csX315" fmla="*/ 15278 w 190493"/>
                    <a:gd name="csY315" fmla="*/ 113628 h 193835"/>
                    <a:gd name="csX316" fmla="*/ 14800 w 190493"/>
                    <a:gd name="csY316" fmla="*/ 111241 h 193835"/>
                    <a:gd name="csX317" fmla="*/ 14323 w 190493"/>
                    <a:gd name="csY317" fmla="*/ 107899 h 193835"/>
                    <a:gd name="csX318" fmla="*/ 13845 w 190493"/>
                    <a:gd name="csY318" fmla="*/ 104079 h 193835"/>
                    <a:gd name="csX319" fmla="*/ 13845 w 190493"/>
                    <a:gd name="csY319" fmla="*/ 89757 h 193835"/>
                    <a:gd name="csX320" fmla="*/ 14323 w 190493"/>
                    <a:gd name="csY320" fmla="*/ 85460 h 193835"/>
                    <a:gd name="csX321" fmla="*/ 14800 w 190493"/>
                    <a:gd name="csY321" fmla="*/ 82595 h 193835"/>
                    <a:gd name="csX322" fmla="*/ 15278 w 190493"/>
                    <a:gd name="csY322" fmla="*/ 80208 h 193835"/>
                    <a:gd name="csX323" fmla="*/ 15755 w 190493"/>
                    <a:gd name="csY323" fmla="*/ 77821 h 193835"/>
                    <a:gd name="csX324" fmla="*/ 16233 w 190493"/>
                    <a:gd name="csY324" fmla="*/ 75911 h 193835"/>
                    <a:gd name="csX325" fmla="*/ 16710 w 190493"/>
                    <a:gd name="csY325" fmla="*/ 74001 h 193835"/>
                    <a:gd name="csX326" fmla="*/ 17187 w 190493"/>
                    <a:gd name="csY326" fmla="*/ 72569 h 193835"/>
                    <a:gd name="csX327" fmla="*/ 17665 w 190493"/>
                    <a:gd name="csY327" fmla="*/ 71137 h 193835"/>
                    <a:gd name="csX328" fmla="*/ 18142 w 190493"/>
                    <a:gd name="csY328" fmla="*/ 69705 h 193835"/>
                    <a:gd name="csX329" fmla="*/ 18620 w 190493"/>
                    <a:gd name="csY329" fmla="*/ 68272 h 193835"/>
                    <a:gd name="csX330" fmla="*/ 19097 w 190493"/>
                    <a:gd name="csY330" fmla="*/ 66840 h 193835"/>
                    <a:gd name="csX331" fmla="*/ 20052 w 190493"/>
                    <a:gd name="csY331" fmla="*/ 65408 h 193835"/>
                    <a:gd name="csX332" fmla="*/ 20052 w 190493"/>
                    <a:gd name="csY332" fmla="*/ 64453 h 193835"/>
                    <a:gd name="csX333" fmla="*/ 24826 w 190493"/>
                    <a:gd name="csY333" fmla="*/ 54904 h 193835"/>
                    <a:gd name="csX334" fmla="*/ 25781 w 190493"/>
                    <a:gd name="csY334" fmla="*/ 53472 h 193835"/>
                    <a:gd name="csX335" fmla="*/ 26736 w 190493"/>
                    <a:gd name="csY335" fmla="*/ 52040 h 193835"/>
                    <a:gd name="csX336" fmla="*/ 27691 w 190493"/>
                    <a:gd name="csY336" fmla="*/ 50607 h 193835"/>
                    <a:gd name="csX337" fmla="*/ 28646 w 190493"/>
                    <a:gd name="csY337" fmla="*/ 49175 h 193835"/>
                    <a:gd name="csX338" fmla="*/ 29601 w 190493"/>
                    <a:gd name="csY338" fmla="*/ 47743 h 193835"/>
                    <a:gd name="csX339" fmla="*/ 31033 w 190493"/>
                    <a:gd name="csY339" fmla="*/ 45833 h 193835"/>
                    <a:gd name="csX340" fmla="*/ 33420 w 190493"/>
                    <a:gd name="csY340" fmla="*/ 42969 h 193835"/>
                    <a:gd name="csX341" fmla="*/ 36762 w 190493"/>
                    <a:gd name="csY341" fmla="*/ 39149 h 193835"/>
                    <a:gd name="csX342" fmla="*/ 39149 w 190493"/>
                    <a:gd name="csY342" fmla="*/ 36762 h 193835"/>
                    <a:gd name="csX343" fmla="*/ 43446 w 190493"/>
                    <a:gd name="csY343" fmla="*/ 32943 h 193835"/>
                    <a:gd name="csX344" fmla="*/ 45833 w 190493"/>
                    <a:gd name="csY344" fmla="*/ 31033 h 193835"/>
                    <a:gd name="csX345" fmla="*/ 47743 w 190493"/>
                    <a:gd name="csY345" fmla="*/ 29601 h 193835"/>
                    <a:gd name="csX346" fmla="*/ 49653 w 190493"/>
                    <a:gd name="csY346" fmla="*/ 28168 h 193835"/>
                    <a:gd name="csX347" fmla="*/ 51085 w 190493"/>
                    <a:gd name="csY347" fmla="*/ 27213 h 193835"/>
                    <a:gd name="csX348" fmla="*/ 52517 w 190493"/>
                    <a:gd name="csY348" fmla="*/ 26259 h 193835"/>
                    <a:gd name="csX349" fmla="*/ 53949 w 190493"/>
                    <a:gd name="csY349" fmla="*/ 25781 h 193835"/>
                    <a:gd name="csX350" fmla="*/ 54904 w 190493"/>
                    <a:gd name="csY350" fmla="*/ 24826 h 193835"/>
                    <a:gd name="csX351" fmla="*/ 57291 w 190493"/>
                    <a:gd name="csY351" fmla="*/ 23871 h 193835"/>
                    <a:gd name="csX352" fmla="*/ 58246 w 190493"/>
                    <a:gd name="csY352" fmla="*/ 22917 h 193835"/>
                    <a:gd name="csX353" fmla="*/ 60156 w 190493"/>
                    <a:gd name="csY353" fmla="*/ 21962 h 193835"/>
                    <a:gd name="csX354" fmla="*/ 61111 w 190493"/>
                    <a:gd name="csY354" fmla="*/ 21962 h 193835"/>
                    <a:gd name="csX355" fmla="*/ 65408 w 190493"/>
                    <a:gd name="csY355" fmla="*/ 19575 h 193835"/>
                    <a:gd name="csX356" fmla="*/ 66363 w 190493"/>
                    <a:gd name="csY356" fmla="*/ 19575 h 193835"/>
                    <a:gd name="csX357" fmla="*/ 67795 w 190493"/>
                    <a:gd name="csY357" fmla="*/ 18620 h 193835"/>
                    <a:gd name="csX358" fmla="*/ 69227 w 190493"/>
                    <a:gd name="csY358" fmla="*/ 18142 h 193835"/>
                    <a:gd name="csX359" fmla="*/ 70659 w 190493"/>
                    <a:gd name="csY359" fmla="*/ 17665 h 193835"/>
                    <a:gd name="csX360" fmla="*/ 72092 w 190493"/>
                    <a:gd name="csY360" fmla="*/ 17187 h 193835"/>
                    <a:gd name="csX361" fmla="*/ 74001 w 190493"/>
                    <a:gd name="csY361" fmla="*/ 16710 h 193835"/>
                    <a:gd name="csX362" fmla="*/ 75434 w 190493"/>
                    <a:gd name="csY362" fmla="*/ 16233 h 193835"/>
                    <a:gd name="csX363" fmla="*/ 77343 w 190493"/>
                    <a:gd name="csY363" fmla="*/ 15755 h 193835"/>
                    <a:gd name="csX364" fmla="*/ 79731 w 190493"/>
                    <a:gd name="csY364" fmla="*/ 15278 h 193835"/>
                    <a:gd name="csX365" fmla="*/ 82118 w 190493"/>
                    <a:gd name="csY365" fmla="*/ 14800 h 193835"/>
                    <a:gd name="csX366" fmla="*/ 85460 w 190493"/>
                    <a:gd name="csY366" fmla="*/ 14323 h 193835"/>
                    <a:gd name="csX367" fmla="*/ 90711 w 190493"/>
                    <a:gd name="csY367" fmla="*/ 13845 h 193835"/>
                    <a:gd name="csX368" fmla="*/ 99305 w 190493"/>
                    <a:gd name="csY368" fmla="*/ 13845 h 193835"/>
                    <a:gd name="csX369" fmla="*/ 105034 w 190493"/>
                    <a:gd name="csY369" fmla="*/ 14323 h 193835"/>
                    <a:gd name="csX370" fmla="*/ 108376 w 190493"/>
                    <a:gd name="csY370" fmla="*/ 14800 h 193835"/>
                    <a:gd name="csX371" fmla="*/ 110763 w 190493"/>
                    <a:gd name="csY371" fmla="*/ 15278 h 193835"/>
                    <a:gd name="csX372" fmla="*/ 113150 w 190493"/>
                    <a:gd name="csY372" fmla="*/ 15755 h 193835"/>
                    <a:gd name="csX373" fmla="*/ 115060 w 190493"/>
                    <a:gd name="csY373" fmla="*/ 16233 h 193835"/>
                    <a:gd name="csX374" fmla="*/ 116492 w 190493"/>
                    <a:gd name="csY374" fmla="*/ 16710 h 193835"/>
                    <a:gd name="csX375" fmla="*/ 117925 w 190493"/>
                    <a:gd name="csY375" fmla="*/ 17187 h 193835"/>
                    <a:gd name="csX376" fmla="*/ 119834 w 190493"/>
                    <a:gd name="csY376" fmla="*/ 17665 h 193835"/>
                    <a:gd name="csX377" fmla="*/ 121267 w 190493"/>
                    <a:gd name="csY377" fmla="*/ 18620 h 193835"/>
                    <a:gd name="csX378" fmla="*/ 122222 w 190493"/>
                    <a:gd name="csY378" fmla="*/ 18620 h 193835"/>
                    <a:gd name="csX379" fmla="*/ 123654 w 190493"/>
                    <a:gd name="csY379" fmla="*/ 19097 h 193835"/>
                    <a:gd name="csX380" fmla="*/ 125086 w 190493"/>
                    <a:gd name="csY380" fmla="*/ 20052 h 193835"/>
                    <a:gd name="csX381" fmla="*/ 126041 w 190493"/>
                    <a:gd name="csY381" fmla="*/ 20052 h 193835"/>
                    <a:gd name="csX382" fmla="*/ 130338 w 190493"/>
                    <a:gd name="csY382" fmla="*/ 22439 h 193835"/>
                    <a:gd name="csX383" fmla="*/ 131293 w 190493"/>
                    <a:gd name="csY383" fmla="*/ 22439 h 193835"/>
                    <a:gd name="csX384" fmla="*/ 132248 w 190493"/>
                    <a:gd name="csY384" fmla="*/ 23394 h 193835"/>
                    <a:gd name="csX385" fmla="*/ 135590 w 190493"/>
                    <a:gd name="csY385" fmla="*/ 24826 h 193835"/>
                    <a:gd name="csX386" fmla="*/ 137022 w 190493"/>
                    <a:gd name="csY386" fmla="*/ 25781 h 193835"/>
                    <a:gd name="csX387" fmla="*/ 138454 w 190493"/>
                    <a:gd name="csY387" fmla="*/ 26736 h 193835"/>
                    <a:gd name="csX388" fmla="*/ 139409 w 190493"/>
                    <a:gd name="csY388" fmla="*/ 27691 h 193835"/>
                    <a:gd name="csX389" fmla="*/ 140841 w 190493"/>
                    <a:gd name="csY389" fmla="*/ 28646 h 193835"/>
                    <a:gd name="csX390" fmla="*/ 142274 w 190493"/>
                    <a:gd name="csY390" fmla="*/ 29601 h 193835"/>
                    <a:gd name="csX391" fmla="*/ 144183 w 190493"/>
                    <a:gd name="csY391" fmla="*/ 31033 h 193835"/>
                    <a:gd name="csX392" fmla="*/ 145138 w 190493"/>
                    <a:gd name="csY392" fmla="*/ 31033 h 193835"/>
                    <a:gd name="csX393" fmla="*/ 154687 w 190493"/>
                    <a:gd name="csY393" fmla="*/ 21484 h 193835"/>
                    <a:gd name="csX394" fmla="*/ 153732 w 190493"/>
                    <a:gd name="csY394" fmla="*/ 21007 h 193835"/>
                    <a:gd name="csX395" fmla="*/ 151822 w 190493"/>
                    <a:gd name="csY395" fmla="*/ 19097 h 193835"/>
                    <a:gd name="csX396" fmla="*/ 149912 w 190493"/>
                    <a:gd name="csY396" fmla="*/ 17665 h 193835"/>
                    <a:gd name="csX397" fmla="*/ 148480 w 190493"/>
                    <a:gd name="csY397" fmla="*/ 16710 h 193835"/>
                    <a:gd name="csX398" fmla="*/ 147048 w 190493"/>
                    <a:gd name="csY398" fmla="*/ 15755 h 193835"/>
                    <a:gd name="csX399" fmla="*/ 145616 w 190493"/>
                    <a:gd name="csY399" fmla="*/ 14800 h 193835"/>
                    <a:gd name="csX400" fmla="*/ 144183 w 190493"/>
                    <a:gd name="csY400" fmla="*/ 13845 h 193835"/>
                    <a:gd name="csX401" fmla="*/ 142751 w 190493"/>
                    <a:gd name="csY401" fmla="*/ 13368 h 193835"/>
                    <a:gd name="csX402" fmla="*/ 141796 w 190493"/>
                    <a:gd name="csY402" fmla="*/ 12413 h 193835"/>
                    <a:gd name="csX403" fmla="*/ 138454 w 190493"/>
                    <a:gd name="csY403" fmla="*/ 10981 h 193835"/>
                    <a:gd name="csX404" fmla="*/ 137499 w 190493"/>
                    <a:gd name="csY404" fmla="*/ 10026 h 193835"/>
                    <a:gd name="csX405" fmla="*/ 134635 w 190493"/>
                    <a:gd name="csY405" fmla="*/ 8594 h 193835"/>
                    <a:gd name="csX406" fmla="*/ 133680 w 190493"/>
                    <a:gd name="csY406" fmla="*/ 8594 h 193835"/>
                    <a:gd name="csX407" fmla="*/ 131293 w 190493"/>
                    <a:gd name="csY407" fmla="*/ 7161 h 193835"/>
                    <a:gd name="csX408" fmla="*/ 130338 w 190493"/>
                    <a:gd name="csY408" fmla="*/ 7161 h 193835"/>
                    <a:gd name="csX409" fmla="*/ 128906 w 190493"/>
                    <a:gd name="csY409" fmla="*/ 6207 h 193835"/>
                    <a:gd name="csX410" fmla="*/ 127951 w 190493"/>
                    <a:gd name="csY410" fmla="*/ 6207 h 193835"/>
                    <a:gd name="csX411" fmla="*/ 126518 w 190493"/>
                    <a:gd name="csY411" fmla="*/ 5252 h 193835"/>
                    <a:gd name="csX412" fmla="*/ 125086 w 190493"/>
                    <a:gd name="csY412" fmla="*/ 4774 h 193835"/>
                    <a:gd name="csX413" fmla="*/ 123654 w 190493"/>
                    <a:gd name="csY413" fmla="*/ 4297 h 193835"/>
                    <a:gd name="csX414" fmla="*/ 122222 w 190493"/>
                    <a:gd name="csY414" fmla="*/ 3819 h 193835"/>
                    <a:gd name="csX415" fmla="*/ 120789 w 190493"/>
                    <a:gd name="csY415" fmla="*/ 3342 h 193835"/>
                    <a:gd name="csX416" fmla="*/ 118880 w 190493"/>
                    <a:gd name="csY416" fmla="*/ 2865 h 193835"/>
                    <a:gd name="csX417" fmla="*/ 116970 w 190493"/>
                    <a:gd name="csY417" fmla="*/ 2387 h 193835"/>
                    <a:gd name="csX418" fmla="*/ 115060 w 190493"/>
                    <a:gd name="csY418" fmla="*/ 1910 h 193835"/>
                    <a:gd name="csX419" fmla="*/ 112673 w 190493"/>
                    <a:gd name="csY419" fmla="*/ 1432 h 193835"/>
                    <a:gd name="csX420" fmla="*/ 110286 w 190493"/>
                    <a:gd name="csY420" fmla="*/ 955 h 193835"/>
                    <a:gd name="csX421" fmla="*/ 106944 w 190493"/>
                    <a:gd name="csY421" fmla="*/ 477 h 193835"/>
                    <a:gd name="csX422" fmla="*/ 102647 w 190493"/>
                    <a:gd name="csY422" fmla="*/ 0 h 1938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  <a:cxn ang="0">
                      <a:pos x="csX191" y="csY191"/>
                    </a:cxn>
                    <a:cxn ang="0">
                      <a:pos x="csX192" y="csY192"/>
                    </a:cxn>
                    <a:cxn ang="0">
                      <a:pos x="csX193" y="csY193"/>
                    </a:cxn>
                    <a:cxn ang="0">
                      <a:pos x="csX194" y="csY194"/>
                    </a:cxn>
                    <a:cxn ang="0">
                      <a:pos x="csX195" y="csY195"/>
                    </a:cxn>
                    <a:cxn ang="0">
                      <a:pos x="csX196" y="csY196"/>
                    </a:cxn>
                    <a:cxn ang="0">
                      <a:pos x="csX197" y="csY197"/>
                    </a:cxn>
                    <a:cxn ang="0">
                      <a:pos x="csX198" y="csY198"/>
                    </a:cxn>
                    <a:cxn ang="0">
                      <a:pos x="csX199" y="csY199"/>
                    </a:cxn>
                    <a:cxn ang="0">
                      <a:pos x="csX200" y="csY200"/>
                    </a:cxn>
                    <a:cxn ang="0">
                      <a:pos x="csX201" y="csY201"/>
                    </a:cxn>
                    <a:cxn ang="0">
                      <a:pos x="csX202" y="csY202"/>
                    </a:cxn>
                    <a:cxn ang="0">
                      <a:pos x="csX203" y="csY203"/>
                    </a:cxn>
                    <a:cxn ang="0">
                      <a:pos x="csX204" y="csY204"/>
                    </a:cxn>
                    <a:cxn ang="0">
                      <a:pos x="csX205" y="csY205"/>
                    </a:cxn>
                    <a:cxn ang="0">
                      <a:pos x="csX206" y="csY206"/>
                    </a:cxn>
                    <a:cxn ang="0">
                      <a:pos x="csX207" y="csY207"/>
                    </a:cxn>
                    <a:cxn ang="0">
                      <a:pos x="csX208" y="csY208"/>
                    </a:cxn>
                    <a:cxn ang="0">
                      <a:pos x="csX209" y="csY209"/>
                    </a:cxn>
                    <a:cxn ang="0">
                      <a:pos x="csX210" y="csY210"/>
                    </a:cxn>
                    <a:cxn ang="0">
                      <a:pos x="csX211" y="csY211"/>
                    </a:cxn>
                    <a:cxn ang="0">
                      <a:pos x="csX212" y="csY212"/>
                    </a:cxn>
                    <a:cxn ang="0">
                      <a:pos x="csX213" y="csY213"/>
                    </a:cxn>
                    <a:cxn ang="0">
                      <a:pos x="csX214" y="csY214"/>
                    </a:cxn>
                    <a:cxn ang="0">
                      <a:pos x="csX215" y="csY215"/>
                    </a:cxn>
                    <a:cxn ang="0">
                      <a:pos x="csX216" y="csY216"/>
                    </a:cxn>
                    <a:cxn ang="0">
                      <a:pos x="csX217" y="csY217"/>
                    </a:cxn>
                    <a:cxn ang="0">
                      <a:pos x="csX218" y="csY218"/>
                    </a:cxn>
                    <a:cxn ang="0">
                      <a:pos x="csX219" y="csY219"/>
                    </a:cxn>
                    <a:cxn ang="0">
                      <a:pos x="csX220" y="csY220"/>
                    </a:cxn>
                    <a:cxn ang="0">
                      <a:pos x="csX221" y="csY221"/>
                    </a:cxn>
                    <a:cxn ang="0">
                      <a:pos x="csX222" y="csY222"/>
                    </a:cxn>
                    <a:cxn ang="0">
                      <a:pos x="csX223" y="csY223"/>
                    </a:cxn>
                    <a:cxn ang="0">
                      <a:pos x="csX224" y="csY224"/>
                    </a:cxn>
                    <a:cxn ang="0">
                      <a:pos x="csX225" y="csY225"/>
                    </a:cxn>
                    <a:cxn ang="0">
                      <a:pos x="csX226" y="csY226"/>
                    </a:cxn>
                    <a:cxn ang="0">
                      <a:pos x="csX227" y="csY227"/>
                    </a:cxn>
                    <a:cxn ang="0">
                      <a:pos x="csX228" y="csY228"/>
                    </a:cxn>
                    <a:cxn ang="0">
                      <a:pos x="csX229" y="csY229"/>
                    </a:cxn>
                    <a:cxn ang="0">
                      <a:pos x="csX230" y="csY230"/>
                    </a:cxn>
                    <a:cxn ang="0">
                      <a:pos x="csX231" y="csY231"/>
                    </a:cxn>
                    <a:cxn ang="0">
                      <a:pos x="csX232" y="csY232"/>
                    </a:cxn>
                    <a:cxn ang="0">
                      <a:pos x="csX233" y="csY233"/>
                    </a:cxn>
                    <a:cxn ang="0">
                      <a:pos x="csX234" y="csY234"/>
                    </a:cxn>
                    <a:cxn ang="0">
                      <a:pos x="csX235" y="csY235"/>
                    </a:cxn>
                    <a:cxn ang="0">
                      <a:pos x="csX236" y="csY236"/>
                    </a:cxn>
                    <a:cxn ang="0">
                      <a:pos x="csX237" y="csY237"/>
                    </a:cxn>
                    <a:cxn ang="0">
                      <a:pos x="csX238" y="csY238"/>
                    </a:cxn>
                    <a:cxn ang="0">
                      <a:pos x="csX239" y="csY239"/>
                    </a:cxn>
                    <a:cxn ang="0">
                      <a:pos x="csX240" y="csY240"/>
                    </a:cxn>
                    <a:cxn ang="0">
                      <a:pos x="csX241" y="csY241"/>
                    </a:cxn>
                    <a:cxn ang="0">
                      <a:pos x="csX242" y="csY242"/>
                    </a:cxn>
                    <a:cxn ang="0">
                      <a:pos x="csX243" y="csY243"/>
                    </a:cxn>
                    <a:cxn ang="0">
                      <a:pos x="csX244" y="csY244"/>
                    </a:cxn>
                    <a:cxn ang="0">
                      <a:pos x="csX245" y="csY245"/>
                    </a:cxn>
                    <a:cxn ang="0">
                      <a:pos x="csX246" y="csY246"/>
                    </a:cxn>
                    <a:cxn ang="0">
                      <a:pos x="csX247" y="csY247"/>
                    </a:cxn>
                    <a:cxn ang="0">
                      <a:pos x="csX248" y="csY248"/>
                    </a:cxn>
                    <a:cxn ang="0">
                      <a:pos x="csX249" y="csY249"/>
                    </a:cxn>
                    <a:cxn ang="0">
                      <a:pos x="csX250" y="csY250"/>
                    </a:cxn>
                    <a:cxn ang="0">
                      <a:pos x="csX251" y="csY251"/>
                    </a:cxn>
                    <a:cxn ang="0">
                      <a:pos x="csX252" y="csY252"/>
                    </a:cxn>
                    <a:cxn ang="0">
                      <a:pos x="csX253" y="csY253"/>
                    </a:cxn>
                    <a:cxn ang="0">
                      <a:pos x="csX254" y="csY254"/>
                    </a:cxn>
                    <a:cxn ang="0">
                      <a:pos x="csX255" y="csY255"/>
                    </a:cxn>
                    <a:cxn ang="0">
                      <a:pos x="csX256" y="csY256"/>
                    </a:cxn>
                    <a:cxn ang="0">
                      <a:pos x="csX257" y="csY257"/>
                    </a:cxn>
                    <a:cxn ang="0">
                      <a:pos x="csX258" y="csY258"/>
                    </a:cxn>
                    <a:cxn ang="0">
                      <a:pos x="csX259" y="csY259"/>
                    </a:cxn>
                    <a:cxn ang="0">
                      <a:pos x="csX260" y="csY260"/>
                    </a:cxn>
                    <a:cxn ang="0">
                      <a:pos x="csX261" y="csY261"/>
                    </a:cxn>
                    <a:cxn ang="0">
                      <a:pos x="csX262" y="csY262"/>
                    </a:cxn>
                    <a:cxn ang="0">
                      <a:pos x="csX263" y="csY263"/>
                    </a:cxn>
                    <a:cxn ang="0">
                      <a:pos x="csX264" y="csY264"/>
                    </a:cxn>
                    <a:cxn ang="0">
                      <a:pos x="csX265" y="csY265"/>
                    </a:cxn>
                    <a:cxn ang="0">
                      <a:pos x="csX266" y="csY266"/>
                    </a:cxn>
                    <a:cxn ang="0">
                      <a:pos x="csX267" y="csY267"/>
                    </a:cxn>
                    <a:cxn ang="0">
                      <a:pos x="csX268" y="csY268"/>
                    </a:cxn>
                    <a:cxn ang="0">
                      <a:pos x="csX269" y="csY269"/>
                    </a:cxn>
                    <a:cxn ang="0">
                      <a:pos x="csX270" y="csY270"/>
                    </a:cxn>
                    <a:cxn ang="0">
                      <a:pos x="csX271" y="csY271"/>
                    </a:cxn>
                    <a:cxn ang="0">
                      <a:pos x="csX272" y="csY272"/>
                    </a:cxn>
                    <a:cxn ang="0">
                      <a:pos x="csX273" y="csY273"/>
                    </a:cxn>
                    <a:cxn ang="0">
                      <a:pos x="csX274" y="csY274"/>
                    </a:cxn>
                    <a:cxn ang="0">
                      <a:pos x="csX275" y="csY275"/>
                    </a:cxn>
                    <a:cxn ang="0">
                      <a:pos x="csX276" y="csY276"/>
                    </a:cxn>
                    <a:cxn ang="0">
                      <a:pos x="csX277" y="csY277"/>
                    </a:cxn>
                    <a:cxn ang="0">
                      <a:pos x="csX278" y="csY278"/>
                    </a:cxn>
                    <a:cxn ang="0">
                      <a:pos x="csX279" y="csY279"/>
                    </a:cxn>
                    <a:cxn ang="0">
                      <a:pos x="csX280" y="csY280"/>
                    </a:cxn>
                    <a:cxn ang="0">
                      <a:pos x="csX281" y="csY281"/>
                    </a:cxn>
                    <a:cxn ang="0">
                      <a:pos x="csX282" y="csY282"/>
                    </a:cxn>
                    <a:cxn ang="0">
                      <a:pos x="csX283" y="csY283"/>
                    </a:cxn>
                    <a:cxn ang="0">
                      <a:pos x="csX284" y="csY284"/>
                    </a:cxn>
                    <a:cxn ang="0">
                      <a:pos x="csX285" y="csY285"/>
                    </a:cxn>
                    <a:cxn ang="0">
                      <a:pos x="csX286" y="csY286"/>
                    </a:cxn>
                    <a:cxn ang="0">
                      <a:pos x="csX287" y="csY287"/>
                    </a:cxn>
                    <a:cxn ang="0">
                      <a:pos x="csX288" y="csY288"/>
                    </a:cxn>
                    <a:cxn ang="0">
                      <a:pos x="csX289" y="csY289"/>
                    </a:cxn>
                    <a:cxn ang="0">
                      <a:pos x="csX290" y="csY290"/>
                    </a:cxn>
                    <a:cxn ang="0">
                      <a:pos x="csX291" y="csY291"/>
                    </a:cxn>
                    <a:cxn ang="0">
                      <a:pos x="csX292" y="csY292"/>
                    </a:cxn>
                    <a:cxn ang="0">
                      <a:pos x="csX293" y="csY293"/>
                    </a:cxn>
                    <a:cxn ang="0">
                      <a:pos x="csX294" y="csY294"/>
                    </a:cxn>
                    <a:cxn ang="0">
                      <a:pos x="csX295" y="csY295"/>
                    </a:cxn>
                    <a:cxn ang="0">
                      <a:pos x="csX296" y="csY296"/>
                    </a:cxn>
                    <a:cxn ang="0">
                      <a:pos x="csX297" y="csY297"/>
                    </a:cxn>
                    <a:cxn ang="0">
                      <a:pos x="csX298" y="csY298"/>
                    </a:cxn>
                    <a:cxn ang="0">
                      <a:pos x="csX299" y="csY299"/>
                    </a:cxn>
                    <a:cxn ang="0">
                      <a:pos x="csX300" y="csY300"/>
                    </a:cxn>
                    <a:cxn ang="0">
                      <a:pos x="csX301" y="csY301"/>
                    </a:cxn>
                    <a:cxn ang="0">
                      <a:pos x="csX302" y="csY302"/>
                    </a:cxn>
                    <a:cxn ang="0">
                      <a:pos x="csX303" y="csY303"/>
                    </a:cxn>
                    <a:cxn ang="0">
                      <a:pos x="csX304" y="csY304"/>
                    </a:cxn>
                    <a:cxn ang="0">
                      <a:pos x="csX305" y="csY305"/>
                    </a:cxn>
                    <a:cxn ang="0">
                      <a:pos x="csX306" y="csY306"/>
                    </a:cxn>
                    <a:cxn ang="0">
                      <a:pos x="csX307" y="csY307"/>
                    </a:cxn>
                    <a:cxn ang="0">
                      <a:pos x="csX308" y="csY308"/>
                    </a:cxn>
                    <a:cxn ang="0">
                      <a:pos x="csX309" y="csY309"/>
                    </a:cxn>
                    <a:cxn ang="0">
                      <a:pos x="csX310" y="csY310"/>
                    </a:cxn>
                    <a:cxn ang="0">
                      <a:pos x="csX311" y="csY311"/>
                    </a:cxn>
                    <a:cxn ang="0">
                      <a:pos x="csX312" y="csY312"/>
                    </a:cxn>
                    <a:cxn ang="0">
                      <a:pos x="csX313" y="csY313"/>
                    </a:cxn>
                    <a:cxn ang="0">
                      <a:pos x="csX314" y="csY314"/>
                    </a:cxn>
                    <a:cxn ang="0">
                      <a:pos x="csX315" y="csY315"/>
                    </a:cxn>
                    <a:cxn ang="0">
                      <a:pos x="csX316" y="csY316"/>
                    </a:cxn>
                    <a:cxn ang="0">
                      <a:pos x="csX317" y="csY317"/>
                    </a:cxn>
                    <a:cxn ang="0">
                      <a:pos x="csX318" y="csY318"/>
                    </a:cxn>
                    <a:cxn ang="0">
                      <a:pos x="csX319" y="csY319"/>
                    </a:cxn>
                    <a:cxn ang="0">
                      <a:pos x="csX320" y="csY320"/>
                    </a:cxn>
                    <a:cxn ang="0">
                      <a:pos x="csX321" y="csY321"/>
                    </a:cxn>
                    <a:cxn ang="0">
                      <a:pos x="csX322" y="csY322"/>
                    </a:cxn>
                    <a:cxn ang="0">
                      <a:pos x="csX323" y="csY323"/>
                    </a:cxn>
                    <a:cxn ang="0">
                      <a:pos x="csX324" y="csY324"/>
                    </a:cxn>
                    <a:cxn ang="0">
                      <a:pos x="csX325" y="csY325"/>
                    </a:cxn>
                    <a:cxn ang="0">
                      <a:pos x="csX326" y="csY326"/>
                    </a:cxn>
                    <a:cxn ang="0">
                      <a:pos x="csX327" y="csY327"/>
                    </a:cxn>
                    <a:cxn ang="0">
                      <a:pos x="csX328" y="csY328"/>
                    </a:cxn>
                    <a:cxn ang="0">
                      <a:pos x="csX329" y="csY329"/>
                    </a:cxn>
                    <a:cxn ang="0">
                      <a:pos x="csX330" y="csY330"/>
                    </a:cxn>
                    <a:cxn ang="0">
                      <a:pos x="csX331" y="csY331"/>
                    </a:cxn>
                    <a:cxn ang="0">
                      <a:pos x="csX332" y="csY332"/>
                    </a:cxn>
                    <a:cxn ang="0">
                      <a:pos x="csX333" y="csY333"/>
                    </a:cxn>
                    <a:cxn ang="0">
                      <a:pos x="csX334" y="csY334"/>
                    </a:cxn>
                    <a:cxn ang="0">
                      <a:pos x="csX335" y="csY335"/>
                    </a:cxn>
                    <a:cxn ang="0">
                      <a:pos x="csX336" y="csY336"/>
                    </a:cxn>
                    <a:cxn ang="0">
                      <a:pos x="csX337" y="csY337"/>
                    </a:cxn>
                    <a:cxn ang="0">
                      <a:pos x="csX338" y="csY338"/>
                    </a:cxn>
                    <a:cxn ang="0">
                      <a:pos x="csX339" y="csY339"/>
                    </a:cxn>
                    <a:cxn ang="0">
                      <a:pos x="csX340" y="csY340"/>
                    </a:cxn>
                    <a:cxn ang="0">
                      <a:pos x="csX341" y="csY341"/>
                    </a:cxn>
                    <a:cxn ang="0">
                      <a:pos x="csX342" y="csY342"/>
                    </a:cxn>
                    <a:cxn ang="0">
                      <a:pos x="csX343" y="csY343"/>
                    </a:cxn>
                    <a:cxn ang="0">
                      <a:pos x="csX344" y="csY344"/>
                    </a:cxn>
                    <a:cxn ang="0">
                      <a:pos x="csX345" y="csY345"/>
                    </a:cxn>
                    <a:cxn ang="0">
                      <a:pos x="csX346" y="csY346"/>
                    </a:cxn>
                    <a:cxn ang="0">
                      <a:pos x="csX347" y="csY347"/>
                    </a:cxn>
                    <a:cxn ang="0">
                      <a:pos x="csX348" y="csY348"/>
                    </a:cxn>
                    <a:cxn ang="0">
                      <a:pos x="csX349" y="csY349"/>
                    </a:cxn>
                    <a:cxn ang="0">
                      <a:pos x="csX350" y="csY350"/>
                    </a:cxn>
                    <a:cxn ang="0">
                      <a:pos x="csX351" y="csY351"/>
                    </a:cxn>
                    <a:cxn ang="0">
                      <a:pos x="csX352" y="csY352"/>
                    </a:cxn>
                    <a:cxn ang="0">
                      <a:pos x="csX353" y="csY353"/>
                    </a:cxn>
                    <a:cxn ang="0">
                      <a:pos x="csX354" y="csY354"/>
                    </a:cxn>
                    <a:cxn ang="0">
                      <a:pos x="csX355" y="csY355"/>
                    </a:cxn>
                    <a:cxn ang="0">
                      <a:pos x="csX356" y="csY356"/>
                    </a:cxn>
                    <a:cxn ang="0">
                      <a:pos x="csX357" y="csY357"/>
                    </a:cxn>
                    <a:cxn ang="0">
                      <a:pos x="csX358" y="csY358"/>
                    </a:cxn>
                    <a:cxn ang="0">
                      <a:pos x="csX359" y="csY359"/>
                    </a:cxn>
                    <a:cxn ang="0">
                      <a:pos x="csX360" y="csY360"/>
                    </a:cxn>
                    <a:cxn ang="0">
                      <a:pos x="csX361" y="csY361"/>
                    </a:cxn>
                    <a:cxn ang="0">
                      <a:pos x="csX362" y="csY362"/>
                    </a:cxn>
                    <a:cxn ang="0">
                      <a:pos x="csX363" y="csY363"/>
                    </a:cxn>
                    <a:cxn ang="0">
                      <a:pos x="csX364" y="csY364"/>
                    </a:cxn>
                    <a:cxn ang="0">
                      <a:pos x="csX365" y="csY365"/>
                    </a:cxn>
                    <a:cxn ang="0">
                      <a:pos x="csX366" y="csY366"/>
                    </a:cxn>
                    <a:cxn ang="0">
                      <a:pos x="csX367" y="csY367"/>
                    </a:cxn>
                    <a:cxn ang="0">
                      <a:pos x="csX368" y="csY368"/>
                    </a:cxn>
                    <a:cxn ang="0">
                      <a:pos x="csX369" y="csY369"/>
                    </a:cxn>
                    <a:cxn ang="0">
                      <a:pos x="csX370" y="csY370"/>
                    </a:cxn>
                    <a:cxn ang="0">
                      <a:pos x="csX371" y="csY371"/>
                    </a:cxn>
                    <a:cxn ang="0">
                      <a:pos x="csX372" y="csY372"/>
                    </a:cxn>
                    <a:cxn ang="0">
                      <a:pos x="csX373" y="csY373"/>
                    </a:cxn>
                    <a:cxn ang="0">
                      <a:pos x="csX374" y="csY374"/>
                    </a:cxn>
                    <a:cxn ang="0">
                      <a:pos x="csX375" y="csY375"/>
                    </a:cxn>
                    <a:cxn ang="0">
                      <a:pos x="csX376" y="csY376"/>
                    </a:cxn>
                    <a:cxn ang="0">
                      <a:pos x="csX377" y="csY377"/>
                    </a:cxn>
                    <a:cxn ang="0">
                      <a:pos x="csX378" y="csY378"/>
                    </a:cxn>
                    <a:cxn ang="0">
                      <a:pos x="csX379" y="csY379"/>
                    </a:cxn>
                    <a:cxn ang="0">
                      <a:pos x="csX380" y="csY380"/>
                    </a:cxn>
                    <a:cxn ang="0">
                      <a:pos x="csX381" y="csY381"/>
                    </a:cxn>
                    <a:cxn ang="0">
                      <a:pos x="csX382" y="csY382"/>
                    </a:cxn>
                    <a:cxn ang="0">
                      <a:pos x="csX383" y="csY383"/>
                    </a:cxn>
                    <a:cxn ang="0">
                      <a:pos x="csX384" y="csY384"/>
                    </a:cxn>
                    <a:cxn ang="0">
                      <a:pos x="csX385" y="csY385"/>
                    </a:cxn>
                    <a:cxn ang="0">
                      <a:pos x="csX386" y="csY386"/>
                    </a:cxn>
                    <a:cxn ang="0">
                      <a:pos x="csX387" y="csY387"/>
                    </a:cxn>
                    <a:cxn ang="0">
                      <a:pos x="csX388" y="csY388"/>
                    </a:cxn>
                    <a:cxn ang="0">
                      <a:pos x="csX389" y="csY389"/>
                    </a:cxn>
                    <a:cxn ang="0">
                      <a:pos x="csX390" y="csY390"/>
                    </a:cxn>
                    <a:cxn ang="0">
                      <a:pos x="csX391" y="csY391"/>
                    </a:cxn>
                    <a:cxn ang="0">
                      <a:pos x="csX392" y="csY392"/>
                    </a:cxn>
                    <a:cxn ang="0">
                      <a:pos x="csX393" y="csY393"/>
                    </a:cxn>
                    <a:cxn ang="0">
                      <a:pos x="csX394" y="csY394"/>
                    </a:cxn>
                    <a:cxn ang="0">
                      <a:pos x="csX395" y="csY395"/>
                    </a:cxn>
                    <a:cxn ang="0">
                      <a:pos x="csX396" y="csY396"/>
                    </a:cxn>
                    <a:cxn ang="0">
                      <a:pos x="csX397" y="csY397"/>
                    </a:cxn>
                    <a:cxn ang="0">
                      <a:pos x="csX398" y="csY398"/>
                    </a:cxn>
                    <a:cxn ang="0">
                      <a:pos x="csX399" y="csY399"/>
                    </a:cxn>
                    <a:cxn ang="0">
                      <a:pos x="csX400" y="csY400"/>
                    </a:cxn>
                    <a:cxn ang="0">
                      <a:pos x="csX401" y="csY401"/>
                    </a:cxn>
                    <a:cxn ang="0">
                      <a:pos x="csX402" y="csY402"/>
                    </a:cxn>
                    <a:cxn ang="0">
                      <a:pos x="csX403" y="csY403"/>
                    </a:cxn>
                    <a:cxn ang="0">
                      <a:pos x="csX404" y="csY404"/>
                    </a:cxn>
                    <a:cxn ang="0">
                      <a:pos x="csX405" y="csY405"/>
                    </a:cxn>
                    <a:cxn ang="0">
                      <a:pos x="csX406" y="csY406"/>
                    </a:cxn>
                    <a:cxn ang="0">
                      <a:pos x="csX407" y="csY407"/>
                    </a:cxn>
                    <a:cxn ang="0">
                      <a:pos x="csX408" y="csY408"/>
                    </a:cxn>
                    <a:cxn ang="0">
                      <a:pos x="csX409" y="csY409"/>
                    </a:cxn>
                    <a:cxn ang="0">
                      <a:pos x="csX410" y="csY410"/>
                    </a:cxn>
                    <a:cxn ang="0">
                      <a:pos x="csX411" y="csY411"/>
                    </a:cxn>
                    <a:cxn ang="0">
                      <a:pos x="csX412" y="csY412"/>
                    </a:cxn>
                    <a:cxn ang="0">
                      <a:pos x="csX413" y="csY413"/>
                    </a:cxn>
                    <a:cxn ang="0">
                      <a:pos x="csX414" y="csY414"/>
                    </a:cxn>
                    <a:cxn ang="0">
                      <a:pos x="csX415" y="csY415"/>
                    </a:cxn>
                    <a:cxn ang="0">
                      <a:pos x="csX416" y="csY416"/>
                    </a:cxn>
                    <a:cxn ang="0">
                      <a:pos x="csX417" y="csY417"/>
                    </a:cxn>
                    <a:cxn ang="0">
                      <a:pos x="csX418" y="csY418"/>
                    </a:cxn>
                    <a:cxn ang="0">
                      <a:pos x="csX419" y="csY419"/>
                    </a:cxn>
                    <a:cxn ang="0">
                      <a:pos x="csX420" y="csY420"/>
                    </a:cxn>
                    <a:cxn ang="0">
                      <a:pos x="csX421" y="csY421"/>
                    </a:cxn>
                    <a:cxn ang="0">
                      <a:pos x="csX422" y="csY422"/>
                    </a:cxn>
                  </a:cxnLst>
                  <a:rect l="l" t="t" r="r" b="b"/>
                  <a:pathLst>
                    <a:path w="190493" h="193835">
                      <a:moveTo>
                        <a:pt x="87847" y="0"/>
                      </a:moveTo>
                      <a:lnTo>
                        <a:pt x="83550" y="477"/>
                      </a:lnTo>
                      <a:lnTo>
                        <a:pt x="80208" y="955"/>
                      </a:lnTo>
                      <a:lnTo>
                        <a:pt x="77343" y="1432"/>
                      </a:lnTo>
                      <a:lnTo>
                        <a:pt x="74956" y="1910"/>
                      </a:lnTo>
                      <a:lnTo>
                        <a:pt x="73047" y="2387"/>
                      </a:lnTo>
                      <a:lnTo>
                        <a:pt x="71137" y="2865"/>
                      </a:lnTo>
                      <a:lnTo>
                        <a:pt x="69705" y="3342"/>
                      </a:lnTo>
                      <a:lnTo>
                        <a:pt x="68272" y="3819"/>
                      </a:lnTo>
                      <a:lnTo>
                        <a:pt x="66840" y="4297"/>
                      </a:lnTo>
                      <a:lnTo>
                        <a:pt x="64930" y="4774"/>
                      </a:lnTo>
                      <a:lnTo>
                        <a:pt x="63498" y="5729"/>
                      </a:lnTo>
                      <a:lnTo>
                        <a:pt x="62543" y="5729"/>
                      </a:lnTo>
                      <a:lnTo>
                        <a:pt x="61111" y="6207"/>
                      </a:lnTo>
                      <a:lnTo>
                        <a:pt x="58724" y="7639"/>
                      </a:lnTo>
                      <a:lnTo>
                        <a:pt x="57769" y="7639"/>
                      </a:lnTo>
                      <a:lnTo>
                        <a:pt x="49175" y="11936"/>
                      </a:lnTo>
                      <a:lnTo>
                        <a:pt x="48220" y="12891"/>
                      </a:lnTo>
                      <a:lnTo>
                        <a:pt x="46788" y="13368"/>
                      </a:lnTo>
                      <a:lnTo>
                        <a:pt x="45356" y="14323"/>
                      </a:lnTo>
                      <a:lnTo>
                        <a:pt x="44401" y="15278"/>
                      </a:lnTo>
                      <a:lnTo>
                        <a:pt x="42969" y="15755"/>
                      </a:lnTo>
                      <a:lnTo>
                        <a:pt x="41059" y="17187"/>
                      </a:lnTo>
                      <a:lnTo>
                        <a:pt x="39627" y="18142"/>
                      </a:lnTo>
                      <a:lnTo>
                        <a:pt x="37717" y="19575"/>
                      </a:lnTo>
                      <a:lnTo>
                        <a:pt x="35807" y="21007"/>
                      </a:lnTo>
                      <a:lnTo>
                        <a:pt x="32943" y="23394"/>
                      </a:lnTo>
                      <a:lnTo>
                        <a:pt x="23871" y="32465"/>
                      </a:lnTo>
                      <a:lnTo>
                        <a:pt x="21484" y="35330"/>
                      </a:lnTo>
                      <a:lnTo>
                        <a:pt x="19575" y="37717"/>
                      </a:lnTo>
                      <a:lnTo>
                        <a:pt x="18142" y="39627"/>
                      </a:lnTo>
                      <a:lnTo>
                        <a:pt x="17187" y="41059"/>
                      </a:lnTo>
                      <a:lnTo>
                        <a:pt x="16233" y="42491"/>
                      </a:lnTo>
                      <a:lnTo>
                        <a:pt x="15278" y="43923"/>
                      </a:lnTo>
                      <a:lnTo>
                        <a:pt x="14323" y="45356"/>
                      </a:lnTo>
                      <a:lnTo>
                        <a:pt x="13845" y="46788"/>
                      </a:lnTo>
                      <a:lnTo>
                        <a:pt x="12891" y="47743"/>
                      </a:lnTo>
                      <a:lnTo>
                        <a:pt x="11936" y="50130"/>
                      </a:lnTo>
                      <a:lnTo>
                        <a:pt x="10981" y="51085"/>
                      </a:lnTo>
                      <a:lnTo>
                        <a:pt x="9071" y="54904"/>
                      </a:lnTo>
                      <a:lnTo>
                        <a:pt x="9071" y="55859"/>
                      </a:lnTo>
                      <a:lnTo>
                        <a:pt x="7639" y="58246"/>
                      </a:lnTo>
                      <a:lnTo>
                        <a:pt x="7639" y="59201"/>
                      </a:lnTo>
                      <a:lnTo>
                        <a:pt x="6684" y="60633"/>
                      </a:lnTo>
                      <a:lnTo>
                        <a:pt x="6684" y="61588"/>
                      </a:lnTo>
                      <a:lnTo>
                        <a:pt x="5729" y="63021"/>
                      </a:lnTo>
                      <a:lnTo>
                        <a:pt x="5252" y="64453"/>
                      </a:lnTo>
                      <a:lnTo>
                        <a:pt x="4774" y="65885"/>
                      </a:lnTo>
                      <a:lnTo>
                        <a:pt x="4297" y="67317"/>
                      </a:lnTo>
                      <a:lnTo>
                        <a:pt x="3819" y="68750"/>
                      </a:lnTo>
                      <a:lnTo>
                        <a:pt x="3342" y="70659"/>
                      </a:lnTo>
                      <a:lnTo>
                        <a:pt x="2865" y="72092"/>
                      </a:lnTo>
                      <a:lnTo>
                        <a:pt x="2387" y="74001"/>
                      </a:lnTo>
                      <a:lnTo>
                        <a:pt x="1910" y="76389"/>
                      </a:lnTo>
                      <a:lnTo>
                        <a:pt x="1432" y="78776"/>
                      </a:lnTo>
                      <a:lnTo>
                        <a:pt x="955" y="81163"/>
                      </a:lnTo>
                      <a:lnTo>
                        <a:pt x="477" y="84505"/>
                      </a:lnTo>
                      <a:lnTo>
                        <a:pt x="0" y="89279"/>
                      </a:lnTo>
                      <a:lnTo>
                        <a:pt x="0" y="105034"/>
                      </a:lnTo>
                      <a:lnTo>
                        <a:pt x="477" y="109331"/>
                      </a:lnTo>
                      <a:lnTo>
                        <a:pt x="955" y="112673"/>
                      </a:lnTo>
                      <a:lnTo>
                        <a:pt x="1432" y="115060"/>
                      </a:lnTo>
                      <a:lnTo>
                        <a:pt x="1910" y="117447"/>
                      </a:lnTo>
                      <a:lnTo>
                        <a:pt x="2387" y="119357"/>
                      </a:lnTo>
                      <a:lnTo>
                        <a:pt x="2865" y="121267"/>
                      </a:lnTo>
                      <a:lnTo>
                        <a:pt x="3342" y="122699"/>
                      </a:lnTo>
                      <a:lnTo>
                        <a:pt x="3819" y="124609"/>
                      </a:lnTo>
                      <a:lnTo>
                        <a:pt x="4297" y="126041"/>
                      </a:lnTo>
                      <a:lnTo>
                        <a:pt x="4774" y="127473"/>
                      </a:lnTo>
                      <a:lnTo>
                        <a:pt x="5252" y="128906"/>
                      </a:lnTo>
                      <a:lnTo>
                        <a:pt x="5729" y="130338"/>
                      </a:lnTo>
                      <a:lnTo>
                        <a:pt x="6684" y="131770"/>
                      </a:lnTo>
                      <a:lnTo>
                        <a:pt x="6684" y="132725"/>
                      </a:lnTo>
                      <a:lnTo>
                        <a:pt x="7639" y="134157"/>
                      </a:lnTo>
                      <a:lnTo>
                        <a:pt x="7639" y="135112"/>
                      </a:lnTo>
                      <a:lnTo>
                        <a:pt x="12413" y="144661"/>
                      </a:lnTo>
                      <a:lnTo>
                        <a:pt x="13368" y="145616"/>
                      </a:lnTo>
                      <a:lnTo>
                        <a:pt x="13845" y="147048"/>
                      </a:lnTo>
                      <a:lnTo>
                        <a:pt x="14800" y="148003"/>
                      </a:lnTo>
                      <a:lnTo>
                        <a:pt x="15278" y="149435"/>
                      </a:lnTo>
                      <a:lnTo>
                        <a:pt x="16233" y="150867"/>
                      </a:lnTo>
                      <a:lnTo>
                        <a:pt x="17187" y="152300"/>
                      </a:lnTo>
                      <a:lnTo>
                        <a:pt x="18620" y="154209"/>
                      </a:lnTo>
                      <a:lnTo>
                        <a:pt x="19575" y="155642"/>
                      </a:lnTo>
                      <a:lnTo>
                        <a:pt x="21484" y="158029"/>
                      </a:lnTo>
                      <a:lnTo>
                        <a:pt x="23871" y="160893"/>
                      </a:lnTo>
                      <a:lnTo>
                        <a:pt x="33420" y="170442"/>
                      </a:lnTo>
                      <a:lnTo>
                        <a:pt x="35807" y="172352"/>
                      </a:lnTo>
                      <a:lnTo>
                        <a:pt x="38194" y="174261"/>
                      </a:lnTo>
                      <a:lnTo>
                        <a:pt x="40104" y="175694"/>
                      </a:lnTo>
                      <a:lnTo>
                        <a:pt x="41536" y="176648"/>
                      </a:lnTo>
                      <a:lnTo>
                        <a:pt x="42969" y="177603"/>
                      </a:lnTo>
                      <a:lnTo>
                        <a:pt x="44401" y="178558"/>
                      </a:lnTo>
                      <a:lnTo>
                        <a:pt x="45833" y="179513"/>
                      </a:lnTo>
                      <a:lnTo>
                        <a:pt x="47265" y="180468"/>
                      </a:lnTo>
                      <a:lnTo>
                        <a:pt x="48698" y="180945"/>
                      </a:lnTo>
                      <a:lnTo>
                        <a:pt x="49653" y="181900"/>
                      </a:lnTo>
                      <a:lnTo>
                        <a:pt x="57291" y="185720"/>
                      </a:lnTo>
                      <a:lnTo>
                        <a:pt x="58246" y="185720"/>
                      </a:lnTo>
                      <a:lnTo>
                        <a:pt x="60633" y="187152"/>
                      </a:lnTo>
                      <a:lnTo>
                        <a:pt x="61588" y="187152"/>
                      </a:lnTo>
                      <a:lnTo>
                        <a:pt x="63021" y="188107"/>
                      </a:lnTo>
                      <a:lnTo>
                        <a:pt x="64453" y="188584"/>
                      </a:lnTo>
                      <a:lnTo>
                        <a:pt x="65885" y="189062"/>
                      </a:lnTo>
                      <a:lnTo>
                        <a:pt x="67317" y="189539"/>
                      </a:lnTo>
                      <a:lnTo>
                        <a:pt x="68750" y="190016"/>
                      </a:lnTo>
                      <a:lnTo>
                        <a:pt x="70659" y="190494"/>
                      </a:lnTo>
                      <a:lnTo>
                        <a:pt x="72569" y="190971"/>
                      </a:lnTo>
                      <a:lnTo>
                        <a:pt x="74479" y="191449"/>
                      </a:lnTo>
                      <a:lnTo>
                        <a:pt x="76389" y="191926"/>
                      </a:lnTo>
                      <a:lnTo>
                        <a:pt x="78776" y="192404"/>
                      </a:lnTo>
                      <a:lnTo>
                        <a:pt x="81640" y="192881"/>
                      </a:lnTo>
                      <a:lnTo>
                        <a:pt x="85460" y="193358"/>
                      </a:lnTo>
                      <a:lnTo>
                        <a:pt x="93576" y="193836"/>
                      </a:lnTo>
                      <a:lnTo>
                        <a:pt x="96918" y="193836"/>
                      </a:lnTo>
                      <a:lnTo>
                        <a:pt x="104557" y="193358"/>
                      </a:lnTo>
                      <a:lnTo>
                        <a:pt x="108376" y="192881"/>
                      </a:lnTo>
                      <a:lnTo>
                        <a:pt x="111241" y="192404"/>
                      </a:lnTo>
                      <a:lnTo>
                        <a:pt x="113628" y="191926"/>
                      </a:lnTo>
                      <a:lnTo>
                        <a:pt x="116015" y="191449"/>
                      </a:lnTo>
                      <a:lnTo>
                        <a:pt x="117925" y="190971"/>
                      </a:lnTo>
                      <a:lnTo>
                        <a:pt x="119357" y="190494"/>
                      </a:lnTo>
                      <a:lnTo>
                        <a:pt x="121267" y="190016"/>
                      </a:lnTo>
                      <a:lnTo>
                        <a:pt x="122699" y="189539"/>
                      </a:lnTo>
                      <a:lnTo>
                        <a:pt x="124131" y="189062"/>
                      </a:lnTo>
                      <a:lnTo>
                        <a:pt x="125564" y="188584"/>
                      </a:lnTo>
                      <a:lnTo>
                        <a:pt x="126996" y="188107"/>
                      </a:lnTo>
                      <a:lnTo>
                        <a:pt x="128428" y="187629"/>
                      </a:lnTo>
                      <a:lnTo>
                        <a:pt x="129860" y="186674"/>
                      </a:lnTo>
                      <a:lnTo>
                        <a:pt x="130815" y="186674"/>
                      </a:lnTo>
                      <a:lnTo>
                        <a:pt x="142274" y="180945"/>
                      </a:lnTo>
                      <a:lnTo>
                        <a:pt x="143228" y="179990"/>
                      </a:lnTo>
                      <a:lnTo>
                        <a:pt x="144661" y="179513"/>
                      </a:lnTo>
                      <a:lnTo>
                        <a:pt x="146093" y="178558"/>
                      </a:lnTo>
                      <a:lnTo>
                        <a:pt x="147525" y="177603"/>
                      </a:lnTo>
                      <a:lnTo>
                        <a:pt x="149435" y="176171"/>
                      </a:lnTo>
                      <a:lnTo>
                        <a:pt x="150867" y="175216"/>
                      </a:lnTo>
                      <a:lnTo>
                        <a:pt x="152777" y="173784"/>
                      </a:lnTo>
                      <a:lnTo>
                        <a:pt x="155164" y="171874"/>
                      </a:lnTo>
                      <a:lnTo>
                        <a:pt x="158506" y="169010"/>
                      </a:lnTo>
                      <a:lnTo>
                        <a:pt x="164235" y="163280"/>
                      </a:lnTo>
                      <a:lnTo>
                        <a:pt x="167577" y="159461"/>
                      </a:lnTo>
                      <a:lnTo>
                        <a:pt x="169487" y="157074"/>
                      </a:lnTo>
                      <a:lnTo>
                        <a:pt x="170919" y="155164"/>
                      </a:lnTo>
                      <a:lnTo>
                        <a:pt x="172352" y="153254"/>
                      </a:lnTo>
                      <a:lnTo>
                        <a:pt x="173306" y="151822"/>
                      </a:lnTo>
                      <a:lnTo>
                        <a:pt x="174261" y="150390"/>
                      </a:lnTo>
                      <a:lnTo>
                        <a:pt x="175216" y="148958"/>
                      </a:lnTo>
                      <a:lnTo>
                        <a:pt x="176171" y="147525"/>
                      </a:lnTo>
                      <a:lnTo>
                        <a:pt x="176648" y="146093"/>
                      </a:lnTo>
                      <a:lnTo>
                        <a:pt x="177603" y="145138"/>
                      </a:lnTo>
                      <a:lnTo>
                        <a:pt x="182855" y="134635"/>
                      </a:lnTo>
                      <a:lnTo>
                        <a:pt x="182855" y="133680"/>
                      </a:lnTo>
                      <a:lnTo>
                        <a:pt x="183810" y="132248"/>
                      </a:lnTo>
                      <a:lnTo>
                        <a:pt x="183810" y="131293"/>
                      </a:lnTo>
                      <a:lnTo>
                        <a:pt x="184765" y="129860"/>
                      </a:lnTo>
                      <a:lnTo>
                        <a:pt x="185242" y="128428"/>
                      </a:lnTo>
                      <a:lnTo>
                        <a:pt x="185720" y="126996"/>
                      </a:lnTo>
                      <a:lnTo>
                        <a:pt x="186197" y="125564"/>
                      </a:lnTo>
                      <a:lnTo>
                        <a:pt x="186674" y="123654"/>
                      </a:lnTo>
                      <a:lnTo>
                        <a:pt x="187152" y="122222"/>
                      </a:lnTo>
                      <a:lnTo>
                        <a:pt x="187629" y="120312"/>
                      </a:lnTo>
                      <a:lnTo>
                        <a:pt x="188107" y="118402"/>
                      </a:lnTo>
                      <a:lnTo>
                        <a:pt x="188584" y="116492"/>
                      </a:lnTo>
                      <a:lnTo>
                        <a:pt x="189062" y="114105"/>
                      </a:lnTo>
                      <a:lnTo>
                        <a:pt x="189539" y="111241"/>
                      </a:lnTo>
                      <a:lnTo>
                        <a:pt x="190016" y="107421"/>
                      </a:lnTo>
                      <a:lnTo>
                        <a:pt x="190494" y="102647"/>
                      </a:lnTo>
                      <a:lnTo>
                        <a:pt x="190494" y="91666"/>
                      </a:lnTo>
                      <a:lnTo>
                        <a:pt x="190016" y="86415"/>
                      </a:lnTo>
                      <a:lnTo>
                        <a:pt x="189539" y="82595"/>
                      </a:lnTo>
                      <a:lnTo>
                        <a:pt x="189062" y="79731"/>
                      </a:lnTo>
                      <a:lnTo>
                        <a:pt x="188584" y="77343"/>
                      </a:lnTo>
                      <a:lnTo>
                        <a:pt x="188107" y="74956"/>
                      </a:lnTo>
                      <a:lnTo>
                        <a:pt x="187629" y="73047"/>
                      </a:lnTo>
                      <a:lnTo>
                        <a:pt x="187152" y="71614"/>
                      </a:lnTo>
                      <a:lnTo>
                        <a:pt x="186674" y="69705"/>
                      </a:lnTo>
                      <a:lnTo>
                        <a:pt x="186197" y="68272"/>
                      </a:lnTo>
                      <a:lnTo>
                        <a:pt x="185720" y="66840"/>
                      </a:lnTo>
                      <a:lnTo>
                        <a:pt x="185242" y="65408"/>
                      </a:lnTo>
                      <a:lnTo>
                        <a:pt x="184765" y="63975"/>
                      </a:lnTo>
                      <a:lnTo>
                        <a:pt x="184287" y="62543"/>
                      </a:lnTo>
                      <a:lnTo>
                        <a:pt x="183332" y="61111"/>
                      </a:lnTo>
                      <a:lnTo>
                        <a:pt x="183332" y="60156"/>
                      </a:lnTo>
                      <a:lnTo>
                        <a:pt x="182378" y="58724"/>
                      </a:lnTo>
                      <a:lnTo>
                        <a:pt x="182378" y="57769"/>
                      </a:lnTo>
                      <a:lnTo>
                        <a:pt x="178081" y="49175"/>
                      </a:lnTo>
                      <a:lnTo>
                        <a:pt x="177126" y="48220"/>
                      </a:lnTo>
                      <a:lnTo>
                        <a:pt x="176171" y="45833"/>
                      </a:lnTo>
                      <a:lnTo>
                        <a:pt x="175216" y="44401"/>
                      </a:lnTo>
                      <a:lnTo>
                        <a:pt x="174261" y="42969"/>
                      </a:lnTo>
                      <a:lnTo>
                        <a:pt x="173306" y="41536"/>
                      </a:lnTo>
                      <a:lnTo>
                        <a:pt x="172352" y="40104"/>
                      </a:lnTo>
                      <a:lnTo>
                        <a:pt x="171397" y="38672"/>
                      </a:lnTo>
                      <a:lnTo>
                        <a:pt x="169964" y="37717"/>
                      </a:lnTo>
                      <a:lnTo>
                        <a:pt x="160416" y="47265"/>
                      </a:lnTo>
                      <a:lnTo>
                        <a:pt x="160893" y="48220"/>
                      </a:lnTo>
                      <a:lnTo>
                        <a:pt x="161848" y="49175"/>
                      </a:lnTo>
                      <a:lnTo>
                        <a:pt x="162803" y="50607"/>
                      </a:lnTo>
                      <a:lnTo>
                        <a:pt x="163758" y="52040"/>
                      </a:lnTo>
                      <a:lnTo>
                        <a:pt x="164235" y="53472"/>
                      </a:lnTo>
                      <a:lnTo>
                        <a:pt x="165190" y="54427"/>
                      </a:lnTo>
                      <a:lnTo>
                        <a:pt x="165668" y="55859"/>
                      </a:lnTo>
                      <a:lnTo>
                        <a:pt x="166622" y="56814"/>
                      </a:lnTo>
                      <a:lnTo>
                        <a:pt x="169010" y="61588"/>
                      </a:lnTo>
                      <a:lnTo>
                        <a:pt x="169010" y="62543"/>
                      </a:lnTo>
                      <a:lnTo>
                        <a:pt x="170442" y="64930"/>
                      </a:lnTo>
                      <a:lnTo>
                        <a:pt x="170442" y="65885"/>
                      </a:lnTo>
                      <a:lnTo>
                        <a:pt x="171397" y="67317"/>
                      </a:lnTo>
                      <a:lnTo>
                        <a:pt x="171874" y="68750"/>
                      </a:lnTo>
                      <a:lnTo>
                        <a:pt x="172352" y="70182"/>
                      </a:lnTo>
                      <a:lnTo>
                        <a:pt x="172829" y="71614"/>
                      </a:lnTo>
                      <a:lnTo>
                        <a:pt x="173306" y="73047"/>
                      </a:lnTo>
                      <a:lnTo>
                        <a:pt x="173784" y="74479"/>
                      </a:lnTo>
                      <a:lnTo>
                        <a:pt x="174261" y="76389"/>
                      </a:lnTo>
                      <a:lnTo>
                        <a:pt x="174739" y="78298"/>
                      </a:lnTo>
                      <a:lnTo>
                        <a:pt x="175216" y="80685"/>
                      </a:lnTo>
                      <a:lnTo>
                        <a:pt x="175694" y="83550"/>
                      </a:lnTo>
                      <a:lnTo>
                        <a:pt x="176171" y="86415"/>
                      </a:lnTo>
                      <a:lnTo>
                        <a:pt x="176648" y="91666"/>
                      </a:lnTo>
                      <a:lnTo>
                        <a:pt x="176648" y="102170"/>
                      </a:lnTo>
                      <a:lnTo>
                        <a:pt x="176171" y="106944"/>
                      </a:lnTo>
                      <a:lnTo>
                        <a:pt x="175694" y="110286"/>
                      </a:lnTo>
                      <a:lnTo>
                        <a:pt x="175216" y="113150"/>
                      </a:lnTo>
                      <a:lnTo>
                        <a:pt x="174739" y="115060"/>
                      </a:lnTo>
                      <a:lnTo>
                        <a:pt x="174261" y="116970"/>
                      </a:lnTo>
                      <a:lnTo>
                        <a:pt x="173784" y="118880"/>
                      </a:lnTo>
                      <a:lnTo>
                        <a:pt x="173306" y="120312"/>
                      </a:lnTo>
                      <a:lnTo>
                        <a:pt x="172829" y="121744"/>
                      </a:lnTo>
                      <a:lnTo>
                        <a:pt x="172352" y="123176"/>
                      </a:lnTo>
                      <a:lnTo>
                        <a:pt x="171874" y="124609"/>
                      </a:lnTo>
                      <a:lnTo>
                        <a:pt x="171397" y="126041"/>
                      </a:lnTo>
                      <a:lnTo>
                        <a:pt x="170442" y="127473"/>
                      </a:lnTo>
                      <a:lnTo>
                        <a:pt x="170442" y="128428"/>
                      </a:lnTo>
                      <a:lnTo>
                        <a:pt x="169010" y="130815"/>
                      </a:lnTo>
                      <a:lnTo>
                        <a:pt x="169010" y="131770"/>
                      </a:lnTo>
                      <a:lnTo>
                        <a:pt x="166622" y="136544"/>
                      </a:lnTo>
                      <a:lnTo>
                        <a:pt x="165668" y="137499"/>
                      </a:lnTo>
                      <a:lnTo>
                        <a:pt x="165190" y="138932"/>
                      </a:lnTo>
                      <a:lnTo>
                        <a:pt x="164235" y="139886"/>
                      </a:lnTo>
                      <a:lnTo>
                        <a:pt x="163758" y="141319"/>
                      </a:lnTo>
                      <a:lnTo>
                        <a:pt x="162803" y="142751"/>
                      </a:lnTo>
                      <a:lnTo>
                        <a:pt x="161848" y="144183"/>
                      </a:lnTo>
                      <a:lnTo>
                        <a:pt x="160416" y="146093"/>
                      </a:lnTo>
                      <a:lnTo>
                        <a:pt x="158984" y="148003"/>
                      </a:lnTo>
                      <a:lnTo>
                        <a:pt x="157074" y="150390"/>
                      </a:lnTo>
                      <a:lnTo>
                        <a:pt x="152777" y="154687"/>
                      </a:lnTo>
                      <a:lnTo>
                        <a:pt x="151822" y="155642"/>
                      </a:lnTo>
                      <a:lnTo>
                        <a:pt x="147048" y="160416"/>
                      </a:lnTo>
                      <a:lnTo>
                        <a:pt x="144183" y="162803"/>
                      </a:lnTo>
                      <a:lnTo>
                        <a:pt x="142751" y="163758"/>
                      </a:lnTo>
                      <a:lnTo>
                        <a:pt x="140841" y="165190"/>
                      </a:lnTo>
                      <a:lnTo>
                        <a:pt x="139409" y="166145"/>
                      </a:lnTo>
                      <a:lnTo>
                        <a:pt x="137977" y="167100"/>
                      </a:lnTo>
                      <a:lnTo>
                        <a:pt x="136544" y="168055"/>
                      </a:lnTo>
                      <a:lnTo>
                        <a:pt x="135112" y="168532"/>
                      </a:lnTo>
                      <a:lnTo>
                        <a:pt x="134157" y="169487"/>
                      </a:lnTo>
                      <a:lnTo>
                        <a:pt x="125564" y="173784"/>
                      </a:lnTo>
                      <a:lnTo>
                        <a:pt x="124609" y="173784"/>
                      </a:lnTo>
                      <a:lnTo>
                        <a:pt x="123176" y="174739"/>
                      </a:lnTo>
                      <a:lnTo>
                        <a:pt x="121744" y="175216"/>
                      </a:lnTo>
                      <a:lnTo>
                        <a:pt x="120312" y="175694"/>
                      </a:lnTo>
                      <a:lnTo>
                        <a:pt x="118880" y="176171"/>
                      </a:lnTo>
                      <a:lnTo>
                        <a:pt x="117447" y="176648"/>
                      </a:lnTo>
                      <a:lnTo>
                        <a:pt x="115538" y="177126"/>
                      </a:lnTo>
                      <a:lnTo>
                        <a:pt x="113628" y="177603"/>
                      </a:lnTo>
                      <a:lnTo>
                        <a:pt x="111718" y="178081"/>
                      </a:lnTo>
                      <a:lnTo>
                        <a:pt x="109331" y="178558"/>
                      </a:lnTo>
                      <a:lnTo>
                        <a:pt x="106944" y="179036"/>
                      </a:lnTo>
                      <a:lnTo>
                        <a:pt x="103124" y="179513"/>
                      </a:lnTo>
                      <a:lnTo>
                        <a:pt x="87369" y="179513"/>
                      </a:lnTo>
                      <a:lnTo>
                        <a:pt x="83550" y="179036"/>
                      </a:lnTo>
                      <a:lnTo>
                        <a:pt x="80685" y="178558"/>
                      </a:lnTo>
                      <a:lnTo>
                        <a:pt x="78298" y="178081"/>
                      </a:lnTo>
                      <a:lnTo>
                        <a:pt x="76389" y="177603"/>
                      </a:lnTo>
                      <a:lnTo>
                        <a:pt x="74479" y="177126"/>
                      </a:lnTo>
                      <a:lnTo>
                        <a:pt x="73047" y="176648"/>
                      </a:lnTo>
                      <a:lnTo>
                        <a:pt x="71614" y="176171"/>
                      </a:lnTo>
                      <a:lnTo>
                        <a:pt x="69705" y="175694"/>
                      </a:lnTo>
                      <a:lnTo>
                        <a:pt x="68272" y="174739"/>
                      </a:lnTo>
                      <a:lnTo>
                        <a:pt x="67317" y="174739"/>
                      </a:lnTo>
                      <a:lnTo>
                        <a:pt x="65885" y="173784"/>
                      </a:lnTo>
                      <a:lnTo>
                        <a:pt x="64930" y="173784"/>
                      </a:lnTo>
                      <a:lnTo>
                        <a:pt x="60633" y="171397"/>
                      </a:lnTo>
                      <a:lnTo>
                        <a:pt x="59679" y="171397"/>
                      </a:lnTo>
                      <a:lnTo>
                        <a:pt x="58724" y="170919"/>
                      </a:lnTo>
                      <a:lnTo>
                        <a:pt x="57769" y="169964"/>
                      </a:lnTo>
                      <a:lnTo>
                        <a:pt x="54427" y="168532"/>
                      </a:lnTo>
                      <a:lnTo>
                        <a:pt x="52995" y="167577"/>
                      </a:lnTo>
                      <a:lnTo>
                        <a:pt x="51562" y="166622"/>
                      </a:lnTo>
                      <a:lnTo>
                        <a:pt x="50130" y="165668"/>
                      </a:lnTo>
                      <a:lnTo>
                        <a:pt x="48698" y="164713"/>
                      </a:lnTo>
                      <a:lnTo>
                        <a:pt x="46788" y="163280"/>
                      </a:lnTo>
                      <a:lnTo>
                        <a:pt x="43923" y="160893"/>
                      </a:lnTo>
                      <a:lnTo>
                        <a:pt x="41059" y="158506"/>
                      </a:lnTo>
                      <a:lnTo>
                        <a:pt x="36285" y="153732"/>
                      </a:lnTo>
                      <a:lnTo>
                        <a:pt x="32943" y="149912"/>
                      </a:lnTo>
                      <a:lnTo>
                        <a:pt x="31033" y="147525"/>
                      </a:lnTo>
                      <a:lnTo>
                        <a:pt x="29601" y="145616"/>
                      </a:lnTo>
                      <a:lnTo>
                        <a:pt x="28646" y="144183"/>
                      </a:lnTo>
                      <a:lnTo>
                        <a:pt x="27213" y="142274"/>
                      </a:lnTo>
                      <a:lnTo>
                        <a:pt x="26736" y="140841"/>
                      </a:lnTo>
                      <a:lnTo>
                        <a:pt x="25781" y="139886"/>
                      </a:lnTo>
                      <a:lnTo>
                        <a:pt x="25304" y="138454"/>
                      </a:lnTo>
                      <a:lnTo>
                        <a:pt x="24349" y="137499"/>
                      </a:lnTo>
                      <a:lnTo>
                        <a:pt x="20052" y="128906"/>
                      </a:lnTo>
                      <a:lnTo>
                        <a:pt x="20052" y="127951"/>
                      </a:lnTo>
                      <a:lnTo>
                        <a:pt x="19097" y="126518"/>
                      </a:lnTo>
                      <a:lnTo>
                        <a:pt x="18620" y="125086"/>
                      </a:lnTo>
                      <a:lnTo>
                        <a:pt x="18142" y="123654"/>
                      </a:lnTo>
                      <a:lnTo>
                        <a:pt x="17665" y="122222"/>
                      </a:lnTo>
                      <a:lnTo>
                        <a:pt x="17187" y="120789"/>
                      </a:lnTo>
                      <a:lnTo>
                        <a:pt x="16710" y="119357"/>
                      </a:lnTo>
                      <a:lnTo>
                        <a:pt x="16233" y="117447"/>
                      </a:lnTo>
                      <a:lnTo>
                        <a:pt x="15755" y="115538"/>
                      </a:lnTo>
                      <a:lnTo>
                        <a:pt x="15278" y="113628"/>
                      </a:lnTo>
                      <a:lnTo>
                        <a:pt x="14800" y="111241"/>
                      </a:lnTo>
                      <a:lnTo>
                        <a:pt x="14323" y="107899"/>
                      </a:lnTo>
                      <a:lnTo>
                        <a:pt x="13845" y="104079"/>
                      </a:lnTo>
                      <a:lnTo>
                        <a:pt x="13845" y="89757"/>
                      </a:lnTo>
                      <a:lnTo>
                        <a:pt x="14323" y="85460"/>
                      </a:lnTo>
                      <a:lnTo>
                        <a:pt x="14800" y="82595"/>
                      </a:lnTo>
                      <a:lnTo>
                        <a:pt x="15278" y="80208"/>
                      </a:lnTo>
                      <a:lnTo>
                        <a:pt x="15755" y="77821"/>
                      </a:lnTo>
                      <a:lnTo>
                        <a:pt x="16233" y="75911"/>
                      </a:lnTo>
                      <a:lnTo>
                        <a:pt x="16710" y="74001"/>
                      </a:lnTo>
                      <a:lnTo>
                        <a:pt x="17187" y="72569"/>
                      </a:lnTo>
                      <a:lnTo>
                        <a:pt x="17665" y="71137"/>
                      </a:lnTo>
                      <a:lnTo>
                        <a:pt x="18142" y="69705"/>
                      </a:lnTo>
                      <a:lnTo>
                        <a:pt x="18620" y="68272"/>
                      </a:lnTo>
                      <a:lnTo>
                        <a:pt x="19097" y="66840"/>
                      </a:lnTo>
                      <a:lnTo>
                        <a:pt x="20052" y="65408"/>
                      </a:lnTo>
                      <a:lnTo>
                        <a:pt x="20052" y="64453"/>
                      </a:lnTo>
                      <a:lnTo>
                        <a:pt x="24826" y="54904"/>
                      </a:lnTo>
                      <a:lnTo>
                        <a:pt x="25781" y="53472"/>
                      </a:lnTo>
                      <a:lnTo>
                        <a:pt x="26736" y="52040"/>
                      </a:lnTo>
                      <a:lnTo>
                        <a:pt x="27691" y="50607"/>
                      </a:lnTo>
                      <a:lnTo>
                        <a:pt x="28646" y="49175"/>
                      </a:lnTo>
                      <a:lnTo>
                        <a:pt x="29601" y="47743"/>
                      </a:lnTo>
                      <a:lnTo>
                        <a:pt x="31033" y="45833"/>
                      </a:lnTo>
                      <a:lnTo>
                        <a:pt x="33420" y="42969"/>
                      </a:lnTo>
                      <a:lnTo>
                        <a:pt x="36762" y="39149"/>
                      </a:lnTo>
                      <a:lnTo>
                        <a:pt x="39149" y="36762"/>
                      </a:lnTo>
                      <a:lnTo>
                        <a:pt x="43446" y="32943"/>
                      </a:lnTo>
                      <a:lnTo>
                        <a:pt x="45833" y="31033"/>
                      </a:lnTo>
                      <a:lnTo>
                        <a:pt x="47743" y="29601"/>
                      </a:lnTo>
                      <a:lnTo>
                        <a:pt x="49653" y="28168"/>
                      </a:lnTo>
                      <a:lnTo>
                        <a:pt x="51085" y="27213"/>
                      </a:lnTo>
                      <a:lnTo>
                        <a:pt x="52517" y="26259"/>
                      </a:lnTo>
                      <a:lnTo>
                        <a:pt x="53949" y="25781"/>
                      </a:lnTo>
                      <a:lnTo>
                        <a:pt x="54904" y="24826"/>
                      </a:lnTo>
                      <a:lnTo>
                        <a:pt x="57291" y="23871"/>
                      </a:lnTo>
                      <a:lnTo>
                        <a:pt x="58246" y="22917"/>
                      </a:lnTo>
                      <a:lnTo>
                        <a:pt x="60156" y="21962"/>
                      </a:lnTo>
                      <a:lnTo>
                        <a:pt x="61111" y="21962"/>
                      </a:lnTo>
                      <a:lnTo>
                        <a:pt x="65408" y="19575"/>
                      </a:lnTo>
                      <a:lnTo>
                        <a:pt x="66363" y="19575"/>
                      </a:lnTo>
                      <a:lnTo>
                        <a:pt x="67795" y="18620"/>
                      </a:lnTo>
                      <a:lnTo>
                        <a:pt x="69227" y="18142"/>
                      </a:lnTo>
                      <a:lnTo>
                        <a:pt x="70659" y="17665"/>
                      </a:lnTo>
                      <a:lnTo>
                        <a:pt x="72092" y="17187"/>
                      </a:lnTo>
                      <a:lnTo>
                        <a:pt x="74001" y="16710"/>
                      </a:lnTo>
                      <a:lnTo>
                        <a:pt x="75434" y="16233"/>
                      </a:lnTo>
                      <a:lnTo>
                        <a:pt x="77343" y="15755"/>
                      </a:lnTo>
                      <a:lnTo>
                        <a:pt x="79731" y="15278"/>
                      </a:lnTo>
                      <a:lnTo>
                        <a:pt x="82118" y="14800"/>
                      </a:lnTo>
                      <a:lnTo>
                        <a:pt x="85460" y="14323"/>
                      </a:lnTo>
                      <a:lnTo>
                        <a:pt x="90711" y="13845"/>
                      </a:lnTo>
                      <a:lnTo>
                        <a:pt x="99305" y="13845"/>
                      </a:lnTo>
                      <a:lnTo>
                        <a:pt x="105034" y="14323"/>
                      </a:lnTo>
                      <a:lnTo>
                        <a:pt x="108376" y="14800"/>
                      </a:lnTo>
                      <a:lnTo>
                        <a:pt x="110763" y="15278"/>
                      </a:lnTo>
                      <a:lnTo>
                        <a:pt x="113150" y="15755"/>
                      </a:lnTo>
                      <a:lnTo>
                        <a:pt x="115060" y="16233"/>
                      </a:lnTo>
                      <a:lnTo>
                        <a:pt x="116492" y="16710"/>
                      </a:lnTo>
                      <a:lnTo>
                        <a:pt x="117925" y="17187"/>
                      </a:lnTo>
                      <a:lnTo>
                        <a:pt x="119834" y="17665"/>
                      </a:lnTo>
                      <a:lnTo>
                        <a:pt x="121267" y="18620"/>
                      </a:lnTo>
                      <a:lnTo>
                        <a:pt x="122222" y="18620"/>
                      </a:lnTo>
                      <a:lnTo>
                        <a:pt x="123654" y="19097"/>
                      </a:lnTo>
                      <a:lnTo>
                        <a:pt x="125086" y="20052"/>
                      </a:lnTo>
                      <a:lnTo>
                        <a:pt x="126041" y="20052"/>
                      </a:lnTo>
                      <a:lnTo>
                        <a:pt x="130338" y="22439"/>
                      </a:lnTo>
                      <a:lnTo>
                        <a:pt x="131293" y="22439"/>
                      </a:lnTo>
                      <a:lnTo>
                        <a:pt x="132248" y="23394"/>
                      </a:lnTo>
                      <a:lnTo>
                        <a:pt x="135590" y="24826"/>
                      </a:lnTo>
                      <a:lnTo>
                        <a:pt x="137022" y="25781"/>
                      </a:lnTo>
                      <a:lnTo>
                        <a:pt x="138454" y="26736"/>
                      </a:lnTo>
                      <a:lnTo>
                        <a:pt x="139409" y="27691"/>
                      </a:lnTo>
                      <a:lnTo>
                        <a:pt x="140841" y="28646"/>
                      </a:lnTo>
                      <a:lnTo>
                        <a:pt x="142274" y="29601"/>
                      </a:lnTo>
                      <a:lnTo>
                        <a:pt x="144183" y="31033"/>
                      </a:lnTo>
                      <a:lnTo>
                        <a:pt x="145138" y="31033"/>
                      </a:lnTo>
                      <a:lnTo>
                        <a:pt x="154687" y="21484"/>
                      </a:lnTo>
                      <a:lnTo>
                        <a:pt x="153732" y="21007"/>
                      </a:lnTo>
                      <a:lnTo>
                        <a:pt x="151822" y="19097"/>
                      </a:lnTo>
                      <a:lnTo>
                        <a:pt x="149912" y="17665"/>
                      </a:lnTo>
                      <a:lnTo>
                        <a:pt x="148480" y="16710"/>
                      </a:lnTo>
                      <a:lnTo>
                        <a:pt x="147048" y="15755"/>
                      </a:lnTo>
                      <a:lnTo>
                        <a:pt x="145616" y="14800"/>
                      </a:lnTo>
                      <a:lnTo>
                        <a:pt x="144183" y="13845"/>
                      </a:lnTo>
                      <a:lnTo>
                        <a:pt x="142751" y="13368"/>
                      </a:lnTo>
                      <a:lnTo>
                        <a:pt x="141796" y="12413"/>
                      </a:lnTo>
                      <a:lnTo>
                        <a:pt x="138454" y="10981"/>
                      </a:lnTo>
                      <a:lnTo>
                        <a:pt x="137499" y="10026"/>
                      </a:lnTo>
                      <a:lnTo>
                        <a:pt x="134635" y="8594"/>
                      </a:lnTo>
                      <a:lnTo>
                        <a:pt x="133680" y="8594"/>
                      </a:lnTo>
                      <a:lnTo>
                        <a:pt x="131293" y="7161"/>
                      </a:lnTo>
                      <a:lnTo>
                        <a:pt x="130338" y="7161"/>
                      </a:lnTo>
                      <a:lnTo>
                        <a:pt x="128906" y="6207"/>
                      </a:lnTo>
                      <a:lnTo>
                        <a:pt x="127951" y="6207"/>
                      </a:lnTo>
                      <a:lnTo>
                        <a:pt x="126518" y="5252"/>
                      </a:lnTo>
                      <a:lnTo>
                        <a:pt x="125086" y="4774"/>
                      </a:lnTo>
                      <a:lnTo>
                        <a:pt x="123654" y="4297"/>
                      </a:lnTo>
                      <a:lnTo>
                        <a:pt x="122222" y="3819"/>
                      </a:lnTo>
                      <a:lnTo>
                        <a:pt x="120789" y="3342"/>
                      </a:lnTo>
                      <a:lnTo>
                        <a:pt x="118880" y="2865"/>
                      </a:lnTo>
                      <a:lnTo>
                        <a:pt x="116970" y="2387"/>
                      </a:lnTo>
                      <a:lnTo>
                        <a:pt x="115060" y="1910"/>
                      </a:lnTo>
                      <a:lnTo>
                        <a:pt x="112673" y="1432"/>
                      </a:lnTo>
                      <a:lnTo>
                        <a:pt x="110286" y="955"/>
                      </a:lnTo>
                      <a:lnTo>
                        <a:pt x="106944" y="477"/>
                      </a:lnTo>
                      <a:lnTo>
                        <a:pt x="10264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1" name="자유형: 도형 60">
                  <a:extLst>
                    <a:ext uri="{FF2B5EF4-FFF2-40B4-BE49-F238E27FC236}">
                      <a16:creationId xmlns:a16="http://schemas.microsoft.com/office/drawing/2014/main" id="{742213DA-F802-C11E-81D0-DF3452078E1B}"/>
                    </a:ext>
                  </a:extLst>
                </p:cNvPr>
                <p:cNvSpPr/>
                <p:nvPr/>
              </p:nvSpPr>
              <p:spPr>
                <a:xfrm>
                  <a:off x="1127295" y="1709837"/>
                  <a:ext cx="124608" cy="124608"/>
                </a:xfrm>
                <a:custGeom>
                  <a:avLst/>
                  <a:gdLst>
                    <a:gd name="csX0" fmla="*/ 95486 w 124608"/>
                    <a:gd name="csY0" fmla="*/ 0 h 124608"/>
                    <a:gd name="csX1" fmla="*/ 86892 w 124608"/>
                    <a:gd name="csY1" fmla="*/ 8594 h 124608"/>
                    <a:gd name="csX2" fmla="*/ 67317 w 124608"/>
                    <a:gd name="csY2" fmla="*/ 27691 h 124608"/>
                    <a:gd name="csX3" fmla="*/ 67317 w 124608"/>
                    <a:gd name="csY3" fmla="*/ 29123 h 124608"/>
                    <a:gd name="csX4" fmla="*/ 67795 w 124608"/>
                    <a:gd name="csY4" fmla="*/ 33897 h 124608"/>
                    <a:gd name="csX5" fmla="*/ 68272 w 124608"/>
                    <a:gd name="csY5" fmla="*/ 39149 h 124608"/>
                    <a:gd name="csX6" fmla="*/ 69227 w 124608"/>
                    <a:gd name="csY6" fmla="*/ 43923 h 124608"/>
                    <a:gd name="csX7" fmla="*/ 69227 w 124608"/>
                    <a:gd name="csY7" fmla="*/ 47743 h 124608"/>
                    <a:gd name="csX8" fmla="*/ 17187 w 124608"/>
                    <a:gd name="csY8" fmla="*/ 99783 h 124608"/>
                    <a:gd name="csX9" fmla="*/ 15755 w 124608"/>
                    <a:gd name="csY9" fmla="*/ 99305 h 124608"/>
                    <a:gd name="csX10" fmla="*/ 15278 w 124608"/>
                    <a:gd name="csY10" fmla="*/ 97873 h 124608"/>
                    <a:gd name="csX11" fmla="*/ 14323 w 124608"/>
                    <a:gd name="csY11" fmla="*/ 96918 h 124608"/>
                    <a:gd name="csX12" fmla="*/ 13368 w 124608"/>
                    <a:gd name="csY12" fmla="*/ 94531 h 124608"/>
                    <a:gd name="csX13" fmla="*/ 12413 w 124608"/>
                    <a:gd name="csY13" fmla="*/ 93576 h 124608"/>
                    <a:gd name="csX14" fmla="*/ 10981 w 124608"/>
                    <a:gd name="csY14" fmla="*/ 90234 h 124608"/>
                    <a:gd name="csX15" fmla="*/ 10026 w 124608"/>
                    <a:gd name="csY15" fmla="*/ 88802 h 124608"/>
                    <a:gd name="csX16" fmla="*/ 9549 w 124608"/>
                    <a:gd name="csY16" fmla="*/ 89757 h 124608"/>
                    <a:gd name="csX17" fmla="*/ 9549 w 124608"/>
                    <a:gd name="csY17" fmla="*/ 91189 h 124608"/>
                    <a:gd name="csX18" fmla="*/ 8594 w 124608"/>
                    <a:gd name="csY18" fmla="*/ 93099 h 124608"/>
                    <a:gd name="csX19" fmla="*/ 8594 w 124608"/>
                    <a:gd name="csY19" fmla="*/ 94531 h 124608"/>
                    <a:gd name="csX20" fmla="*/ 8116 w 124608"/>
                    <a:gd name="csY20" fmla="*/ 96441 h 124608"/>
                    <a:gd name="csX21" fmla="*/ 7161 w 124608"/>
                    <a:gd name="csY21" fmla="*/ 98350 h 124608"/>
                    <a:gd name="csX22" fmla="*/ 7161 w 124608"/>
                    <a:gd name="csY22" fmla="*/ 99783 h 124608"/>
                    <a:gd name="csX23" fmla="*/ 6684 w 124608"/>
                    <a:gd name="csY23" fmla="*/ 101692 h 124608"/>
                    <a:gd name="csX24" fmla="*/ 5729 w 124608"/>
                    <a:gd name="csY24" fmla="*/ 103602 h 124608"/>
                    <a:gd name="csX25" fmla="*/ 5729 w 124608"/>
                    <a:gd name="csY25" fmla="*/ 105034 h 124608"/>
                    <a:gd name="csX26" fmla="*/ 4774 w 124608"/>
                    <a:gd name="csY26" fmla="*/ 107421 h 124608"/>
                    <a:gd name="csX27" fmla="*/ 4774 w 124608"/>
                    <a:gd name="csY27" fmla="*/ 108854 h 124608"/>
                    <a:gd name="csX28" fmla="*/ 3819 w 124608"/>
                    <a:gd name="csY28" fmla="*/ 110763 h 124608"/>
                    <a:gd name="csX29" fmla="*/ 3342 w 124608"/>
                    <a:gd name="csY29" fmla="*/ 112673 h 124608"/>
                    <a:gd name="csX30" fmla="*/ 3342 w 124608"/>
                    <a:gd name="csY30" fmla="*/ 114105 h 124608"/>
                    <a:gd name="csX31" fmla="*/ 2387 w 124608"/>
                    <a:gd name="csY31" fmla="*/ 116015 h 124608"/>
                    <a:gd name="csX32" fmla="*/ 1910 w 124608"/>
                    <a:gd name="csY32" fmla="*/ 117925 h 124608"/>
                    <a:gd name="csX33" fmla="*/ 1432 w 124608"/>
                    <a:gd name="csY33" fmla="*/ 119834 h 124608"/>
                    <a:gd name="csX34" fmla="*/ 955 w 124608"/>
                    <a:gd name="csY34" fmla="*/ 121267 h 124608"/>
                    <a:gd name="csX35" fmla="*/ 477 w 124608"/>
                    <a:gd name="csY35" fmla="*/ 123176 h 124608"/>
                    <a:gd name="csX36" fmla="*/ 0 w 124608"/>
                    <a:gd name="csY36" fmla="*/ 124609 h 124608"/>
                    <a:gd name="csX37" fmla="*/ 1432 w 124608"/>
                    <a:gd name="csY37" fmla="*/ 124609 h 124608"/>
                    <a:gd name="csX38" fmla="*/ 3342 w 124608"/>
                    <a:gd name="csY38" fmla="*/ 124131 h 124608"/>
                    <a:gd name="csX39" fmla="*/ 4774 w 124608"/>
                    <a:gd name="csY39" fmla="*/ 123654 h 124608"/>
                    <a:gd name="csX40" fmla="*/ 6684 w 124608"/>
                    <a:gd name="csY40" fmla="*/ 123176 h 124608"/>
                    <a:gd name="csX41" fmla="*/ 8116 w 124608"/>
                    <a:gd name="csY41" fmla="*/ 122699 h 124608"/>
                    <a:gd name="csX42" fmla="*/ 10026 w 124608"/>
                    <a:gd name="csY42" fmla="*/ 122222 h 124608"/>
                    <a:gd name="csX43" fmla="*/ 11458 w 124608"/>
                    <a:gd name="csY43" fmla="*/ 121744 h 124608"/>
                    <a:gd name="csX44" fmla="*/ 13368 w 124608"/>
                    <a:gd name="csY44" fmla="*/ 121267 h 124608"/>
                    <a:gd name="csX45" fmla="*/ 15278 w 124608"/>
                    <a:gd name="csY45" fmla="*/ 120789 h 124608"/>
                    <a:gd name="csX46" fmla="*/ 16710 w 124608"/>
                    <a:gd name="csY46" fmla="*/ 120312 h 124608"/>
                    <a:gd name="csX47" fmla="*/ 19097 w 124608"/>
                    <a:gd name="csY47" fmla="*/ 119357 h 124608"/>
                    <a:gd name="csX48" fmla="*/ 20052 w 124608"/>
                    <a:gd name="csY48" fmla="*/ 119357 h 124608"/>
                    <a:gd name="csX49" fmla="*/ 22439 w 124608"/>
                    <a:gd name="csY49" fmla="*/ 118402 h 124608"/>
                    <a:gd name="csX50" fmla="*/ 23871 w 124608"/>
                    <a:gd name="csY50" fmla="*/ 117925 h 124608"/>
                    <a:gd name="csX51" fmla="*/ 25304 w 124608"/>
                    <a:gd name="csY51" fmla="*/ 117925 h 124608"/>
                    <a:gd name="csX52" fmla="*/ 27691 w 124608"/>
                    <a:gd name="csY52" fmla="*/ 116970 h 124608"/>
                    <a:gd name="csX53" fmla="*/ 29123 w 124608"/>
                    <a:gd name="csY53" fmla="*/ 116970 h 124608"/>
                    <a:gd name="csX54" fmla="*/ 31033 w 124608"/>
                    <a:gd name="csY54" fmla="*/ 116015 h 124608"/>
                    <a:gd name="csX55" fmla="*/ 32943 w 124608"/>
                    <a:gd name="csY55" fmla="*/ 115538 h 124608"/>
                    <a:gd name="csX56" fmla="*/ 33897 w 124608"/>
                    <a:gd name="csY56" fmla="*/ 115538 h 124608"/>
                    <a:gd name="csX57" fmla="*/ 35807 w 124608"/>
                    <a:gd name="csY57" fmla="*/ 115060 h 124608"/>
                    <a:gd name="csX58" fmla="*/ 34852 w 124608"/>
                    <a:gd name="csY58" fmla="*/ 114105 h 124608"/>
                    <a:gd name="csX59" fmla="*/ 33420 w 124608"/>
                    <a:gd name="csY59" fmla="*/ 113628 h 124608"/>
                    <a:gd name="csX60" fmla="*/ 32465 w 124608"/>
                    <a:gd name="csY60" fmla="*/ 112673 h 124608"/>
                    <a:gd name="csX61" fmla="*/ 31033 w 124608"/>
                    <a:gd name="csY61" fmla="*/ 112196 h 124608"/>
                    <a:gd name="csX62" fmla="*/ 29601 w 124608"/>
                    <a:gd name="csY62" fmla="*/ 111241 h 124608"/>
                    <a:gd name="csX63" fmla="*/ 28646 w 124608"/>
                    <a:gd name="csY63" fmla="*/ 110286 h 124608"/>
                    <a:gd name="csX64" fmla="*/ 27213 w 124608"/>
                    <a:gd name="csY64" fmla="*/ 109808 h 124608"/>
                    <a:gd name="csX65" fmla="*/ 25781 w 124608"/>
                    <a:gd name="csY65" fmla="*/ 108854 h 124608"/>
                    <a:gd name="csX66" fmla="*/ 24826 w 124608"/>
                    <a:gd name="csY66" fmla="*/ 107421 h 124608"/>
                    <a:gd name="csX67" fmla="*/ 76866 w 124608"/>
                    <a:gd name="csY67" fmla="*/ 55382 h 124608"/>
                    <a:gd name="csX68" fmla="*/ 78776 w 124608"/>
                    <a:gd name="csY68" fmla="*/ 55382 h 124608"/>
                    <a:gd name="csX69" fmla="*/ 84027 w 124608"/>
                    <a:gd name="csY69" fmla="*/ 55859 h 124608"/>
                    <a:gd name="csX70" fmla="*/ 89279 w 124608"/>
                    <a:gd name="csY70" fmla="*/ 56814 h 124608"/>
                    <a:gd name="csX71" fmla="*/ 94531 w 124608"/>
                    <a:gd name="csY71" fmla="*/ 57291 h 124608"/>
                    <a:gd name="csX72" fmla="*/ 96918 w 124608"/>
                    <a:gd name="csY72" fmla="*/ 57291 h 124608"/>
                    <a:gd name="csX73" fmla="*/ 124609 w 124608"/>
                    <a:gd name="csY73" fmla="*/ 29601 h 124608"/>
                    <a:gd name="csX74" fmla="*/ 123176 w 124608"/>
                    <a:gd name="csY74" fmla="*/ 29601 h 124608"/>
                    <a:gd name="csX75" fmla="*/ 117447 w 124608"/>
                    <a:gd name="csY75" fmla="*/ 29123 h 124608"/>
                    <a:gd name="csX76" fmla="*/ 111718 w 124608"/>
                    <a:gd name="csY76" fmla="*/ 28646 h 124608"/>
                    <a:gd name="csX77" fmla="*/ 106944 w 124608"/>
                    <a:gd name="csY77" fmla="*/ 28168 h 124608"/>
                    <a:gd name="csX78" fmla="*/ 105034 w 124608"/>
                    <a:gd name="csY78" fmla="*/ 26736 h 124608"/>
                    <a:gd name="csX79" fmla="*/ 105989 w 124608"/>
                    <a:gd name="csY79" fmla="*/ 25781 h 124608"/>
                    <a:gd name="csX80" fmla="*/ 106466 w 124608"/>
                    <a:gd name="csY80" fmla="*/ 24826 h 124608"/>
                    <a:gd name="csX81" fmla="*/ 106466 w 124608"/>
                    <a:gd name="csY81" fmla="*/ 21484 h 124608"/>
                    <a:gd name="csX82" fmla="*/ 105512 w 124608"/>
                    <a:gd name="csY82" fmla="*/ 19575 h 124608"/>
                    <a:gd name="csX83" fmla="*/ 104557 w 124608"/>
                    <a:gd name="csY83" fmla="*/ 18620 h 124608"/>
                    <a:gd name="csX84" fmla="*/ 102647 w 124608"/>
                    <a:gd name="csY84" fmla="*/ 17665 h 124608"/>
                    <a:gd name="csX85" fmla="*/ 100737 w 124608"/>
                    <a:gd name="csY85" fmla="*/ 17665 h 124608"/>
                    <a:gd name="csX86" fmla="*/ 99305 w 124608"/>
                    <a:gd name="csY86" fmla="*/ 18142 h 124608"/>
                    <a:gd name="csX87" fmla="*/ 98350 w 124608"/>
                    <a:gd name="csY87" fmla="*/ 18620 h 124608"/>
                    <a:gd name="csX88" fmla="*/ 96918 w 124608"/>
                    <a:gd name="csY88" fmla="*/ 18620 h 124608"/>
                    <a:gd name="csX89" fmla="*/ 96918 w 124608"/>
                    <a:gd name="csY89" fmla="*/ 14323 h 124608"/>
                    <a:gd name="csX90" fmla="*/ 96441 w 124608"/>
                    <a:gd name="csY90" fmla="*/ 9549 h 124608"/>
                    <a:gd name="csX91" fmla="*/ 95963 w 124608"/>
                    <a:gd name="csY91" fmla="*/ 4297 h 1246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</a:cxnLst>
                  <a:rect l="l" t="t" r="r" b="b"/>
                  <a:pathLst>
                    <a:path w="124608" h="124608">
                      <a:moveTo>
                        <a:pt x="95486" y="0"/>
                      </a:moveTo>
                      <a:lnTo>
                        <a:pt x="86892" y="8594"/>
                      </a:lnTo>
                      <a:lnTo>
                        <a:pt x="67317" y="27691"/>
                      </a:lnTo>
                      <a:lnTo>
                        <a:pt x="67317" y="29123"/>
                      </a:lnTo>
                      <a:lnTo>
                        <a:pt x="67795" y="33897"/>
                      </a:lnTo>
                      <a:lnTo>
                        <a:pt x="68272" y="39149"/>
                      </a:lnTo>
                      <a:lnTo>
                        <a:pt x="69227" y="43923"/>
                      </a:lnTo>
                      <a:lnTo>
                        <a:pt x="69227" y="47743"/>
                      </a:lnTo>
                      <a:lnTo>
                        <a:pt x="17187" y="99783"/>
                      </a:lnTo>
                      <a:lnTo>
                        <a:pt x="15755" y="99305"/>
                      </a:lnTo>
                      <a:lnTo>
                        <a:pt x="15278" y="97873"/>
                      </a:lnTo>
                      <a:lnTo>
                        <a:pt x="14323" y="96918"/>
                      </a:lnTo>
                      <a:lnTo>
                        <a:pt x="13368" y="94531"/>
                      </a:lnTo>
                      <a:lnTo>
                        <a:pt x="12413" y="93576"/>
                      </a:lnTo>
                      <a:lnTo>
                        <a:pt x="10981" y="90234"/>
                      </a:lnTo>
                      <a:lnTo>
                        <a:pt x="10026" y="88802"/>
                      </a:lnTo>
                      <a:lnTo>
                        <a:pt x="9549" y="89757"/>
                      </a:lnTo>
                      <a:lnTo>
                        <a:pt x="9549" y="91189"/>
                      </a:lnTo>
                      <a:lnTo>
                        <a:pt x="8594" y="93099"/>
                      </a:lnTo>
                      <a:lnTo>
                        <a:pt x="8594" y="94531"/>
                      </a:lnTo>
                      <a:lnTo>
                        <a:pt x="8116" y="96441"/>
                      </a:lnTo>
                      <a:lnTo>
                        <a:pt x="7161" y="98350"/>
                      </a:lnTo>
                      <a:lnTo>
                        <a:pt x="7161" y="99783"/>
                      </a:lnTo>
                      <a:lnTo>
                        <a:pt x="6684" y="101692"/>
                      </a:lnTo>
                      <a:lnTo>
                        <a:pt x="5729" y="103602"/>
                      </a:lnTo>
                      <a:lnTo>
                        <a:pt x="5729" y="105034"/>
                      </a:lnTo>
                      <a:lnTo>
                        <a:pt x="4774" y="107421"/>
                      </a:lnTo>
                      <a:lnTo>
                        <a:pt x="4774" y="108854"/>
                      </a:lnTo>
                      <a:lnTo>
                        <a:pt x="3819" y="110763"/>
                      </a:lnTo>
                      <a:lnTo>
                        <a:pt x="3342" y="112673"/>
                      </a:lnTo>
                      <a:lnTo>
                        <a:pt x="3342" y="114105"/>
                      </a:lnTo>
                      <a:lnTo>
                        <a:pt x="2387" y="116015"/>
                      </a:lnTo>
                      <a:lnTo>
                        <a:pt x="1910" y="117925"/>
                      </a:lnTo>
                      <a:lnTo>
                        <a:pt x="1432" y="119834"/>
                      </a:lnTo>
                      <a:lnTo>
                        <a:pt x="955" y="121267"/>
                      </a:lnTo>
                      <a:lnTo>
                        <a:pt x="477" y="123176"/>
                      </a:lnTo>
                      <a:lnTo>
                        <a:pt x="0" y="124609"/>
                      </a:lnTo>
                      <a:lnTo>
                        <a:pt x="1432" y="124609"/>
                      </a:lnTo>
                      <a:lnTo>
                        <a:pt x="3342" y="124131"/>
                      </a:lnTo>
                      <a:lnTo>
                        <a:pt x="4774" y="123654"/>
                      </a:lnTo>
                      <a:lnTo>
                        <a:pt x="6684" y="123176"/>
                      </a:lnTo>
                      <a:lnTo>
                        <a:pt x="8116" y="122699"/>
                      </a:lnTo>
                      <a:lnTo>
                        <a:pt x="10026" y="122222"/>
                      </a:lnTo>
                      <a:lnTo>
                        <a:pt x="11458" y="121744"/>
                      </a:lnTo>
                      <a:lnTo>
                        <a:pt x="13368" y="121267"/>
                      </a:lnTo>
                      <a:lnTo>
                        <a:pt x="15278" y="120789"/>
                      </a:lnTo>
                      <a:lnTo>
                        <a:pt x="16710" y="120312"/>
                      </a:lnTo>
                      <a:lnTo>
                        <a:pt x="19097" y="119357"/>
                      </a:lnTo>
                      <a:lnTo>
                        <a:pt x="20052" y="119357"/>
                      </a:lnTo>
                      <a:lnTo>
                        <a:pt x="22439" y="118402"/>
                      </a:lnTo>
                      <a:lnTo>
                        <a:pt x="23871" y="117925"/>
                      </a:lnTo>
                      <a:lnTo>
                        <a:pt x="25304" y="117925"/>
                      </a:lnTo>
                      <a:lnTo>
                        <a:pt x="27691" y="116970"/>
                      </a:lnTo>
                      <a:lnTo>
                        <a:pt x="29123" y="116970"/>
                      </a:lnTo>
                      <a:lnTo>
                        <a:pt x="31033" y="116015"/>
                      </a:lnTo>
                      <a:lnTo>
                        <a:pt x="32943" y="115538"/>
                      </a:lnTo>
                      <a:lnTo>
                        <a:pt x="33897" y="115538"/>
                      </a:lnTo>
                      <a:lnTo>
                        <a:pt x="35807" y="115060"/>
                      </a:lnTo>
                      <a:lnTo>
                        <a:pt x="34852" y="114105"/>
                      </a:lnTo>
                      <a:lnTo>
                        <a:pt x="33420" y="113628"/>
                      </a:lnTo>
                      <a:lnTo>
                        <a:pt x="32465" y="112673"/>
                      </a:lnTo>
                      <a:lnTo>
                        <a:pt x="31033" y="112196"/>
                      </a:lnTo>
                      <a:lnTo>
                        <a:pt x="29601" y="111241"/>
                      </a:lnTo>
                      <a:lnTo>
                        <a:pt x="28646" y="110286"/>
                      </a:lnTo>
                      <a:lnTo>
                        <a:pt x="27213" y="109808"/>
                      </a:lnTo>
                      <a:lnTo>
                        <a:pt x="25781" y="108854"/>
                      </a:lnTo>
                      <a:lnTo>
                        <a:pt x="24826" y="107421"/>
                      </a:lnTo>
                      <a:lnTo>
                        <a:pt x="76866" y="55382"/>
                      </a:lnTo>
                      <a:lnTo>
                        <a:pt x="78776" y="55382"/>
                      </a:lnTo>
                      <a:lnTo>
                        <a:pt x="84027" y="55859"/>
                      </a:lnTo>
                      <a:lnTo>
                        <a:pt x="89279" y="56814"/>
                      </a:lnTo>
                      <a:lnTo>
                        <a:pt x="94531" y="57291"/>
                      </a:lnTo>
                      <a:lnTo>
                        <a:pt x="96918" y="57291"/>
                      </a:lnTo>
                      <a:lnTo>
                        <a:pt x="124609" y="29601"/>
                      </a:lnTo>
                      <a:lnTo>
                        <a:pt x="123176" y="29601"/>
                      </a:lnTo>
                      <a:lnTo>
                        <a:pt x="117447" y="29123"/>
                      </a:lnTo>
                      <a:lnTo>
                        <a:pt x="111718" y="28646"/>
                      </a:lnTo>
                      <a:lnTo>
                        <a:pt x="106944" y="28168"/>
                      </a:lnTo>
                      <a:lnTo>
                        <a:pt x="105034" y="26736"/>
                      </a:lnTo>
                      <a:lnTo>
                        <a:pt x="105989" y="25781"/>
                      </a:lnTo>
                      <a:lnTo>
                        <a:pt x="106466" y="24826"/>
                      </a:lnTo>
                      <a:lnTo>
                        <a:pt x="106466" y="21484"/>
                      </a:lnTo>
                      <a:lnTo>
                        <a:pt x="105512" y="19575"/>
                      </a:lnTo>
                      <a:lnTo>
                        <a:pt x="104557" y="18620"/>
                      </a:lnTo>
                      <a:lnTo>
                        <a:pt x="102647" y="17665"/>
                      </a:lnTo>
                      <a:lnTo>
                        <a:pt x="100737" y="17665"/>
                      </a:lnTo>
                      <a:lnTo>
                        <a:pt x="99305" y="18142"/>
                      </a:lnTo>
                      <a:lnTo>
                        <a:pt x="98350" y="18620"/>
                      </a:lnTo>
                      <a:lnTo>
                        <a:pt x="96918" y="18620"/>
                      </a:lnTo>
                      <a:lnTo>
                        <a:pt x="96918" y="14323"/>
                      </a:lnTo>
                      <a:lnTo>
                        <a:pt x="96441" y="9549"/>
                      </a:lnTo>
                      <a:lnTo>
                        <a:pt x="95963" y="42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4B63FAF2-C350-01AD-F5EE-C8DD739143CC}"/>
              </a:ext>
            </a:extLst>
          </p:cNvPr>
          <p:cNvGrpSpPr/>
          <p:nvPr/>
        </p:nvGrpSpPr>
        <p:grpSpPr>
          <a:xfrm>
            <a:off x="872430" y="2852177"/>
            <a:ext cx="7262745" cy="722912"/>
            <a:chOff x="872430" y="2520554"/>
            <a:chExt cx="7262745" cy="722912"/>
          </a:xfrm>
        </p:grpSpPr>
        <p:sp>
          <p:nvSpPr>
            <p:cNvPr id="13" name="Text 8"/>
            <p:cNvSpPr/>
            <p:nvPr/>
          </p:nvSpPr>
          <p:spPr>
            <a:xfrm>
              <a:off x="1443930" y="2520554"/>
              <a:ext cx="2377767" cy="1751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99200"/>
                </a:lnSpc>
                <a:buNone/>
              </a:pPr>
              <a:r>
                <a:rPr lang="ko-KR" altLang="en-US" sz="1150" b="1" kern="0" spc="-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협업 시 커뮤니케이션 방식 및 우선순위</a:t>
              </a:r>
              <a:endParaRPr lang="en-US" sz="115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1443930" y="2806039"/>
              <a:ext cx="6691245" cy="437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1600"/>
                </a:lnSpc>
                <a:buNone/>
              </a:pP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내부 자체에서 자동으로 계산해주는 데이터이므로 ‘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순위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상품등록 시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내부 자동 계산 구현’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‘2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순위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추가 편의를 위해 수수료 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DB 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구현’ 순으로 우선순위를 잡고 개발팀에 수식 명세를 명확히 제공하겠습니다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또한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UI 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구현을 위해 유관 부서 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디자인 및 퍼블리싱 등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와 일정 및 구현 가능여부를 협업하도록 하겠습니다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</a:t>
              </a: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8BF12C4A-BBB8-8B61-35F7-705A49EC0A40}"/>
                </a:ext>
              </a:extLst>
            </p:cNvPr>
            <p:cNvGrpSpPr/>
            <p:nvPr/>
          </p:nvGrpSpPr>
          <p:grpSpPr>
            <a:xfrm>
              <a:off x="872430" y="2520554"/>
              <a:ext cx="385763" cy="385763"/>
              <a:chOff x="872430" y="2520554"/>
              <a:chExt cx="385763" cy="385763"/>
            </a:xfrm>
          </p:grpSpPr>
          <p:sp>
            <p:nvSpPr>
              <p:cNvPr id="11" name="Shape 7"/>
              <p:cNvSpPr/>
              <p:nvPr/>
            </p:nvSpPr>
            <p:spPr>
              <a:xfrm>
                <a:off x="872430" y="2520554"/>
                <a:ext cx="385763" cy="385763"/>
              </a:xfrm>
              <a:prstGeom prst="ellipse">
                <a:avLst/>
              </a:prstGeom>
              <a:solidFill>
                <a:srgbClr val="0669D5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730F2B47-8DFA-F766-7DB2-F2EDF40A2D4E}"/>
                  </a:ext>
                </a:extLst>
              </p:cNvPr>
              <p:cNvGrpSpPr/>
              <p:nvPr/>
            </p:nvGrpSpPr>
            <p:grpSpPr>
              <a:xfrm>
                <a:off x="953681" y="2635122"/>
                <a:ext cx="222248" cy="156625"/>
                <a:chOff x="946754" y="3131506"/>
                <a:chExt cx="222248" cy="156625"/>
              </a:xfrm>
            </p:grpSpPr>
            <p:sp>
              <p:nvSpPr>
                <p:cNvPr id="71" name="자유형: 도형 70">
                  <a:extLst>
                    <a:ext uri="{FF2B5EF4-FFF2-40B4-BE49-F238E27FC236}">
                      <a16:creationId xmlns:a16="http://schemas.microsoft.com/office/drawing/2014/main" id="{DD92E662-0E84-9F27-8DE7-4BF3CF22E56E}"/>
                    </a:ext>
                  </a:extLst>
                </p:cNvPr>
                <p:cNvSpPr/>
                <p:nvPr/>
              </p:nvSpPr>
              <p:spPr>
                <a:xfrm>
                  <a:off x="1065311" y="3168850"/>
                  <a:ext cx="103691" cy="119281"/>
                </a:xfrm>
                <a:custGeom>
                  <a:avLst/>
                  <a:gdLst>
                    <a:gd name="csX0" fmla="*/ 42057 w 103691"/>
                    <a:gd name="csY0" fmla="*/ 0 h 119281"/>
                    <a:gd name="csX1" fmla="*/ 42419 w 103691"/>
                    <a:gd name="csY1" fmla="*/ 725 h 119281"/>
                    <a:gd name="csX2" fmla="*/ 42782 w 103691"/>
                    <a:gd name="csY2" fmla="*/ 1450 h 119281"/>
                    <a:gd name="csX3" fmla="*/ 42782 w 103691"/>
                    <a:gd name="csY3" fmla="*/ 2175 h 119281"/>
                    <a:gd name="csX4" fmla="*/ 43870 w 103691"/>
                    <a:gd name="csY4" fmla="*/ 3988 h 119281"/>
                    <a:gd name="csX5" fmla="*/ 44232 w 103691"/>
                    <a:gd name="csY5" fmla="*/ 5076 h 119281"/>
                    <a:gd name="csX6" fmla="*/ 44232 w 103691"/>
                    <a:gd name="csY6" fmla="*/ 5801 h 119281"/>
                    <a:gd name="csX7" fmla="*/ 44957 w 103691"/>
                    <a:gd name="csY7" fmla="*/ 6889 h 119281"/>
                    <a:gd name="csX8" fmla="*/ 45320 w 103691"/>
                    <a:gd name="csY8" fmla="*/ 7976 h 119281"/>
                    <a:gd name="csX9" fmla="*/ 45682 w 103691"/>
                    <a:gd name="csY9" fmla="*/ 9064 h 119281"/>
                    <a:gd name="csX10" fmla="*/ 46045 w 103691"/>
                    <a:gd name="csY10" fmla="*/ 10514 h 119281"/>
                    <a:gd name="csX11" fmla="*/ 46408 w 103691"/>
                    <a:gd name="csY11" fmla="*/ 11602 h 119281"/>
                    <a:gd name="csX12" fmla="*/ 46770 w 103691"/>
                    <a:gd name="csY12" fmla="*/ 13052 h 119281"/>
                    <a:gd name="csX13" fmla="*/ 47133 w 103691"/>
                    <a:gd name="csY13" fmla="*/ 14865 h 119281"/>
                    <a:gd name="csX14" fmla="*/ 47495 w 103691"/>
                    <a:gd name="csY14" fmla="*/ 16678 h 119281"/>
                    <a:gd name="csX15" fmla="*/ 47858 w 103691"/>
                    <a:gd name="csY15" fmla="*/ 18853 h 119281"/>
                    <a:gd name="csX16" fmla="*/ 48220 w 103691"/>
                    <a:gd name="csY16" fmla="*/ 22116 h 119281"/>
                    <a:gd name="csX17" fmla="*/ 48220 w 103691"/>
                    <a:gd name="csY17" fmla="*/ 32993 h 119281"/>
                    <a:gd name="csX18" fmla="*/ 47858 w 103691"/>
                    <a:gd name="csY18" fmla="*/ 35893 h 119281"/>
                    <a:gd name="csX19" fmla="*/ 47495 w 103691"/>
                    <a:gd name="csY19" fmla="*/ 38069 h 119281"/>
                    <a:gd name="csX20" fmla="*/ 47133 w 103691"/>
                    <a:gd name="csY20" fmla="*/ 40244 h 119281"/>
                    <a:gd name="csX21" fmla="*/ 46770 w 103691"/>
                    <a:gd name="csY21" fmla="*/ 41694 h 119281"/>
                    <a:gd name="csX22" fmla="*/ 46408 w 103691"/>
                    <a:gd name="csY22" fmla="*/ 43145 h 119281"/>
                    <a:gd name="csX23" fmla="*/ 46045 w 103691"/>
                    <a:gd name="csY23" fmla="*/ 44595 h 119281"/>
                    <a:gd name="csX24" fmla="*/ 45682 w 103691"/>
                    <a:gd name="csY24" fmla="*/ 45682 h 119281"/>
                    <a:gd name="csX25" fmla="*/ 45320 w 103691"/>
                    <a:gd name="csY25" fmla="*/ 46770 h 119281"/>
                    <a:gd name="csX26" fmla="*/ 44957 w 103691"/>
                    <a:gd name="csY26" fmla="*/ 47858 h 119281"/>
                    <a:gd name="csX27" fmla="*/ 44595 w 103691"/>
                    <a:gd name="csY27" fmla="*/ 48945 h 119281"/>
                    <a:gd name="csX28" fmla="*/ 44232 w 103691"/>
                    <a:gd name="csY28" fmla="*/ 50033 h 119281"/>
                    <a:gd name="csX29" fmla="*/ 43507 w 103691"/>
                    <a:gd name="csY29" fmla="*/ 51121 h 119281"/>
                    <a:gd name="csX30" fmla="*/ 43507 w 103691"/>
                    <a:gd name="csY30" fmla="*/ 51846 h 119281"/>
                    <a:gd name="csX31" fmla="*/ 39882 w 103691"/>
                    <a:gd name="csY31" fmla="*/ 59097 h 119281"/>
                    <a:gd name="csX32" fmla="*/ 39156 w 103691"/>
                    <a:gd name="csY32" fmla="*/ 60185 h 119281"/>
                    <a:gd name="csX33" fmla="*/ 38431 w 103691"/>
                    <a:gd name="csY33" fmla="*/ 60910 h 119281"/>
                    <a:gd name="csX34" fmla="*/ 38069 w 103691"/>
                    <a:gd name="csY34" fmla="*/ 61998 h 119281"/>
                    <a:gd name="csX35" fmla="*/ 37344 w 103691"/>
                    <a:gd name="csY35" fmla="*/ 63085 h 119281"/>
                    <a:gd name="csX36" fmla="*/ 36618 w 103691"/>
                    <a:gd name="csY36" fmla="*/ 64173 h 119281"/>
                    <a:gd name="csX37" fmla="*/ 35531 w 103691"/>
                    <a:gd name="csY37" fmla="*/ 65623 h 119281"/>
                    <a:gd name="csX38" fmla="*/ 34443 w 103691"/>
                    <a:gd name="csY38" fmla="*/ 67073 h 119281"/>
                    <a:gd name="csX39" fmla="*/ 32993 w 103691"/>
                    <a:gd name="csY39" fmla="*/ 68886 h 119281"/>
                    <a:gd name="csX40" fmla="*/ 30818 w 103691"/>
                    <a:gd name="csY40" fmla="*/ 71424 h 119281"/>
                    <a:gd name="csX41" fmla="*/ 24654 w 103691"/>
                    <a:gd name="csY41" fmla="*/ 77588 h 119281"/>
                    <a:gd name="csX42" fmla="*/ 22116 w 103691"/>
                    <a:gd name="csY42" fmla="*/ 79763 h 119281"/>
                    <a:gd name="csX43" fmla="*/ 20666 w 103691"/>
                    <a:gd name="csY43" fmla="*/ 80851 h 119281"/>
                    <a:gd name="csX44" fmla="*/ 18853 w 103691"/>
                    <a:gd name="csY44" fmla="*/ 82301 h 119281"/>
                    <a:gd name="csX45" fmla="*/ 17403 w 103691"/>
                    <a:gd name="csY45" fmla="*/ 83389 h 119281"/>
                    <a:gd name="csX46" fmla="*/ 16315 w 103691"/>
                    <a:gd name="csY46" fmla="*/ 84114 h 119281"/>
                    <a:gd name="csX47" fmla="*/ 15227 w 103691"/>
                    <a:gd name="csY47" fmla="*/ 84839 h 119281"/>
                    <a:gd name="csX48" fmla="*/ 14140 w 103691"/>
                    <a:gd name="csY48" fmla="*/ 85564 h 119281"/>
                    <a:gd name="csX49" fmla="*/ 13052 w 103691"/>
                    <a:gd name="csY49" fmla="*/ 86289 h 119281"/>
                    <a:gd name="csX50" fmla="*/ 11964 w 103691"/>
                    <a:gd name="csY50" fmla="*/ 87014 h 119281"/>
                    <a:gd name="csX51" fmla="*/ 10877 w 103691"/>
                    <a:gd name="csY51" fmla="*/ 87377 h 119281"/>
                    <a:gd name="csX52" fmla="*/ 10152 w 103691"/>
                    <a:gd name="csY52" fmla="*/ 88102 h 119281"/>
                    <a:gd name="csX53" fmla="*/ 1450 w 103691"/>
                    <a:gd name="csY53" fmla="*/ 92453 h 119281"/>
                    <a:gd name="csX54" fmla="*/ 725 w 103691"/>
                    <a:gd name="csY54" fmla="*/ 92453 h 119281"/>
                    <a:gd name="csX55" fmla="*/ 0 w 103691"/>
                    <a:gd name="csY55" fmla="*/ 92815 h 119281"/>
                    <a:gd name="csX56" fmla="*/ 725 w 103691"/>
                    <a:gd name="csY56" fmla="*/ 93178 h 119281"/>
                    <a:gd name="csX57" fmla="*/ 1450 w 103691"/>
                    <a:gd name="csY57" fmla="*/ 93540 h 119281"/>
                    <a:gd name="csX58" fmla="*/ 2175 w 103691"/>
                    <a:gd name="csY58" fmla="*/ 94265 h 119281"/>
                    <a:gd name="csX59" fmla="*/ 3263 w 103691"/>
                    <a:gd name="csY59" fmla="*/ 94628 h 119281"/>
                    <a:gd name="csX60" fmla="*/ 3988 w 103691"/>
                    <a:gd name="csY60" fmla="*/ 95353 h 119281"/>
                    <a:gd name="csX61" fmla="*/ 9789 w 103691"/>
                    <a:gd name="csY61" fmla="*/ 98254 h 119281"/>
                    <a:gd name="csX62" fmla="*/ 10514 w 103691"/>
                    <a:gd name="csY62" fmla="*/ 98254 h 119281"/>
                    <a:gd name="csX63" fmla="*/ 12327 w 103691"/>
                    <a:gd name="csY63" fmla="*/ 99341 h 119281"/>
                    <a:gd name="csX64" fmla="*/ 13415 w 103691"/>
                    <a:gd name="csY64" fmla="*/ 99704 h 119281"/>
                    <a:gd name="csX65" fmla="*/ 14502 w 103691"/>
                    <a:gd name="csY65" fmla="*/ 100066 h 119281"/>
                    <a:gd name="csX66" fmla="*/ 15590 w 103691"/>
                    <a:gd name="csY66" fmla="*/ 100429 h 119281"/>
                    <a:gd name="csX67" fmla="*/ 16678 w 103691"/>
                    <a:gd name="csY67" fmla="*/ 100791 h 119281"/>
                    <a:gd name="csX68" fmla="*/ 17765 w 103691"/>
                    <a:gd name="csY68" fmla="*/ 101154 h 119281"/>
                    <a:gd name="csX69" fmla="*/ 18853 w 103691"/>
                    <a:gd name="csY69" fmla="*/ 101517 h 119281"/>
                    <a:gd name="csX70" fmla="*/ 20303 w 103691"/>
                    <a:gd name="csY70" fmla="*/ 101879 h 119281"/>
                    <a:gd name="csX71" fmla="*/ 21754 w 103691"/>
                    <a:gd name="csY71" fmla="*/ 102242 h 119281"/>
                    <a:gd name="csX72" fmla="*/ 23204 w 103691"/>
                    <a:gd name="csY72" fmla="*/ 102604 h 119281"/>
                    <a:gd name="csX73" fmla="*/ 25017 w 103691"/>
                    <a:gd name="csY73" fmla="*/ 102967 h 119281"/>
                    <a:gd name="csX74" fmla="*/ 27192 w 103691"/>
                    <a:gd name="csY74" fmla="*/ 103329 h 119281"/>
                    <a:gd name="csX75" fmla="*/ 29730 w 103691"/>
                    <a:gd name="csY75" fmla="*/ 103692 h 119281"/>
                    <a:gd name="csX76" fmla="*/ 32993 w 103691"/>
                    <a:gd name="csY76" fmla="*/ 104054 h 119281"/>
                    <a:gd name="csX77" fmla="*/ 46408 w 103691"/>
                    <a:gd name="csY77" fmla="*/ 104054 h 119281"/>
                    <a:gd name="csX78" fmla="*/ 49671 w 103691"/>
                    <a:gd name="csY78" fmla="*/ 103692 h 119281"/>
                    <a:gd name="csX79" fmla="*/ 52571 w 103691"/>
                    <a:gd name="csY79" fmla="*/ 102967 h 119281"/>
                    <a:gd name="csX80" fmla="*/ 54746 w 103691"/>
                    <a:gd name="csY80" fmla="*/ 102967 h 119281"/>
                    <a:gd name="csX81" fmla="*/ 55472 w 103691"/>
                    <a:gd name="csY81" fmla="*/ 103329 h 119281"/>
                    <a:gd name="csX82" fmla="*/ 57647 w 103691"/>
                    <a:gd name="csY82" fmla="*/ 105505 h 119281"/>
                    <a:gd name="csX83" fmla="*/ 59460 w 103691"/>
                    <a:gd name="csY83" fmla="*/ 106955 h 119281"/>
                    <a:gd name="csX84" fmla="*/ 60547 w 103691"/>
                    <a:gd name="csY84" fmla="*/ 107680 h 119281"/>
                    <a:gd name="csX85" fmla="*/ 61998 w 103691"/>
                    <a:gd name="csY85" fmla="*/ 108768 h 119281"/>
                    <a:gd name="csX86" fmla="*/ 63085 w 103691"/>
                    <a:gd name="csY86" fmla="*/ 109493 h 119281"/>
                    <a:gd name="csX87" fmla="*/ 64173 w 103691"/>
                    <a:gd name="csY87" fmla="*/ 110218 h 119281"/>
                    <a:gd name="csX88" fmla="*/ 65261 w 103691"/>
                    <a:gd name="csY88" fmla="*/ 110943 h 119281"/>
                    <a:gd name="csX89" fmla="*/ 66348 w 103691"/>
                    <a:gd name="csY89" fmla="*/ 111306 h 119281"/>
                    <a:gd name="csX90" fmla="*/ 67073 w 103691"/>
                    <a:gd name="csY90" fmla="*/ 112031 h 119281"/>
                    <a:gd name="csX91" fmla="*/ 69611 w 103691"/>
                    <a:gd name="csY91" fmla="*/ 113118 h 119281"/>
                    <a:gd name="csX92" fmla="*/ 70336 w 103691"/>
                    <a:gd name="csY92" fmla="*/ 113844 h 119281"/>
                    <a:gd name="csX93" fmla="*/ 71787 w 103691"/>
                    <a:gd name="csY93" fmla="*/ 114569 h 119281"/>
                    <a:gd name="csX94" fmla="*/ 72512 w 103691"/>
                    <a:gd name="csY94" fmla="*/ 114569 h 119281"/>
                    <a:gd name="csX95" fmla="*/ 75050 w 103691"/>
                    <a:gd name="csY95" fmla="*/ 116019 h 119281"/>
                    <a:gd name="csX96" fmla="*/ 76137 w 103691"/>
                    <a:gd name="csY96" fmla="*/ 116382 h 119281"/>
                    <a:gd name="csX97" fmla="*/ 77225 w 103691"/>
                    <a:gd name="csY97" fmla="*/ 116744 h 119281"/>
                    <a:gd name="csX98" fmla="*/ 77950 w 103691"/>
                    <a:gd name="csY98" fmla="*/ 116744 h 119281"/>
                    <a:gd name="csX99" fmla="*/ 79038 w 103691"/>
                    <a:gd name="csY99" fmla="*/ 117469 h 119281"/>
                    <a:gd name="csX100" fmla="*/ 80488 w 103691"/>
                    <a:gd name="csY100" fmla="*/ 117832 h 119281"/>
                    <a:gd name="csX101" fmla="*/ 81576 w 103691"/>
                    <a:gd name="csY101" fmla="*/ 118194 h 119281"/>
                    <a:gd name="csX102" fmla="*/ 83026 w 103691"/>
                    <a:gd name="csY102" fmla="*/ 118557 h 119281"/>
                    <a:gd name="csX103" fmla="*/ 84839 w 103691"/>
                    <a:gd name="csY103" fmla="*/ 118919 h 119281"/>
                    <a:gd name="csX104" fmla="*/ 87377 w 103691"/>
                    <a:gd name="csY104" fmla="*/ 119282 h 119281"/>
                    <a:gd name="csX105" fmla="*/ 86652 w 103691"/>
                    <a:gd name="csY105" fmla="*/ 118194 h 119281"/>
                    <a:gd name="csX106" fmla="*/ 85927 w 103691"/>
                    <a:gd name="csY106" fmla="*/ 117107 h 119281"/>
                    <a:gd name="csX107" fmla="*/ 85201 w 103691"/>
                    <a:gd name="csY107" fmla="*/ 116019 h 119281"/>
                    <a:gd name="csX108" fmla="*/ 84839 w 103691"/>
                    <a:gd name="csY108" fmla="*/ 114931 h 119281"/>
                    <a:gd name="csX109" fmla="*/ 84114 w 103691"/>
                    <a:gd name="csY109" fmla="*/ 114206 h 119281"/>
                    <a:gd name="csX110" fmla="*/ 81938 w 103691"/>
                    <a:gd name="csY110" fmla="*/ 109855 h 119281"/>
                    <a:gd name="csX111" fmla="*/ 81938 w 103691"/>
                    <a:gd name="csY111" fmla="*/ 109130 h 119281"/>
                    <a:gd name="csX112" fmla="*/ 81213 w 103691"/>
                    <a:gd name="csY112" fmla="*/ 108043 h 119281"/>
                    <a:gd name="csX113" fmla="*/ 80851 w 103691"/>
                    <a:gd name="csY113" fmla="*/ 106955 h 119281"/>
                    <a:gd name="csX114" fmla="*/ 80851 w 103691"/>
                    <a:gd name="csY114" fmla="*/ 106230 h 119281"/>
                    <a:gd name="csX115" fmla="*/ 80126 w 103691"/>
                    <a:gd name="csY115" fmla="*/ 105142 h 119281"/>
                    <a:gd name="csX116" fmla="*/ 79763 w 103691"/>
                    <a:gd name="csY116" fmla="*/ 103692 h 119281"/>
                    <a:gd name="csX117" fmla="*/ 79400 w 103691"/>
                    <a:gd name="csY117" fmla="*/ 102604 h 119281"/>
                    <a:gd name="csX118" fmla="*/ 79038 w 103691"/>
                    <a:gd name="csY118" fmla="*/ 101154 h 119281"/>
                    <a:gd name="csX119" fmla="*/ 78675 w 103691"/>
                    <a:gd name="csY119" fmla="*/ 99704 h 119281"/>
                    <a:gd name="csX120" fmla="*/ 78313 w 103691"/>
                    <a:gd name="csY120" fmla="*/ 97891 h 119281"/>
                    <a:gd name="csX121" fmla="*/ 77950 w 103691"/>
                    <a:gd name="csY121" fmla="*/ 95353 h 119281"/>
                    <a:gd name="csX122" fmla="*/ 77950 w 103691"/>
                    <a:gd name="csY122" fmla="*/ 93903 h 119281"/>
                    <a:gd name="csX123" fmla="*/ 78675 w 103691"/>
                    <a:gd name="csY123" fmla="*/ 93178 h 119281"/>
                    <a:gd name="csX124" fmla="*/ 79763 w 103691"/>
                    <a:gd name="csY124" fmla="*/ 92453 h 119281"/>
                    <a:gd name="csX125" fmla="*/ 80851 w 103691"/>
                    <a:gd name="csY125" fmla="*/ 91727 h 119281"/>
                    <a:gd name="csX126" fmla="*/ 82301 w 103691"/>
                    <a:gd name="csY126" fmla="*/ 91002 h 119281"/>
                    <a:gd name="csX127" fmla="*/ 83751 w 103691"/>
                    <a:gd name="csY127" fmla="*/ 89915 h 119281"/>
                    <a:gd name="csX128" fmla="*/ 85564 w 103691"/>
                    <a:gd name="csY128" fmla="*/ 88464 h 119281"/>
                    <a:gd name="csX129" fmla="*/ 92815 w 103691"/>
                    <a:gd name="csY129" fmla="*/ 81213 h 119281"/>
                    <a:gd name="csX130" fmla="*/ 94265 w 103691"/>
                    <a:gd name="csY130" fmla="*/ 79400 h 119281"/>
                    <a:gd name="csX131" fmla="*/ 94991 w 103691"/>
                    <a:gd name="csY131" fmla="*/ 78313 h 119281"/>
                    <a:gd name="csX132" fmla="*/ 96078 w 103691"/>
                    <a:gd name="csY132" fmla="*/ 76863 h 119281"/>
                    <a:gd name="csX133" fmla="*/ 96803 w 103691"/>
                    <a:gd name="csY133" fmla="*/ 75775 h 119281"/>
                    <a:gd name="csX134" fmla="*/ 97528 w 103691"/>
                    <a:gd name="csY134" fmla="*/ 73962 h 119281"/>
                    <a:gd name="csX135" fmla="*/ 98254 w 103691"/>
                    <a:gd name="csY135" fmla="*/ 73237 h 119281"/>
                    <a:gd name="csX136" fmla="*/ 100066 w 103691"/>
                    <a:gd name="csY136" fmla="*/ 69611 h 119281"/>
                    <a:gd name="csX137" fmla="*/ 100066 w 103691"/>
                    <a:gd name="csY137" fmla="*/ 68886 h 119281"/>
                    <a:gd name="csX138" fmla="*/ 100791 w 103691"/>
                    <a:gd name="csY138" fmla="*/ 67799 h 119281"/>
                    <a:gd name="csX139" fmla="*/ 101154 w 103691"/>
                    <a:gd name="csY139" fmla="*/ 66711 h 119281"/>
                    <a:gd name="csX140" fmla="*/ 101517 w 103691"/>
                    <a:gd name="csY140" fmla="*/ 65623 h 119281"/>
                    <a:gd name="csX141" fmla="*/ 101879 w 103691"/>
                    <a:gd name="csY141" fmla="*/ 64536 h 119281"/>
                    <a:gd name="csX142" fmla="*/ 102242 w 103691"/>
                    <a:gd name="csY142" fmla="*/ 63448 h 119281"/>
                    <a:gd name="csX143" fmla="*/ 102604 w 103691"/>
                    <a:gd name="csY143" fmla="*/ 61998 h 119281"/>
                    <a:gd name="csX144" fmla="*/ 102967 w 103691"/>
                    <a:gd name="csY144" fmla="*/ 60547 h 119281"/>
                    <a:gd name="csX145" fmla="*/ 103329 w 103691"/>
                    <a:gd name="csY145" fmla="*/ 58372 h 119281"/>
                    <a:gd name="csX146" fmla="*/ 103692 w 103691"/>
                    <a:gd name="csY146" fmla="*/ 55472 h 119281"/>
                    <a:gd name="csX147" fmla="*/ 103692 w 103691"/>
                    <a:gd name="csY147" fmla="*/ 48220 h 119281"/>
                    <a:gd name="csX148" fmla="*/ 103329 w 103691"/>
                    <a:gd name="csY148" fmla="*/ 45320 h 119281"/>
                    <a:gd name="csX149" fmla="*/ 102967 w 103691"/>
                    <a:gd name="csY149" fmla="*/ 43145 h 119281"/>
                    <a:gd name="csX150" fmla="*/ 102604 w 103691"/>
                    <a:gd name="csY150" fmla="*/ 41694 h 119281"/>
                    <a:gd name="csX151" fmla="*/ 102242 w 103691"/>
                    <a:gd name="csY151" fmla="*/ 40244 h 119281"/>
                    <a:gd name="csX152" fmla="*/ 101879 w 103691"/>
                    <a:gd name="csY152" fmla="*/ 38794 h 119281"/>
                    <a:gd name="csX153" fmla="*/ 101154 w 103691"/>
                    <a:gd name="csY153" fmla="*/ 37706 h 119281"/>
                    <a:gd name="csX154" fmla="*/ 101154 w 103691"/>
                    <a:gd name="csY154" fmla="*/ 36981 h 119281"/>
                    <a:gd name="csX155" fmla="*/ 100791 w 103691"/>
                    <a:gd name="csY155" fmla="*/ 35893 h 119281"/>
                    <a:gd name="csX156" fmla="*/ 100066 w 103691"/>
                    <a:gd name="csY156" fmla="*/ 34806 h 119281"/>
                    <a:gd name="csX157" fmla="*/ 100066 w 103691"/>
                    <a:gd name="csY157" fmla="*/ 34081 h 119281"/>
                    <a:gd name="csX158" fmla="*/ 97528 w 103691"/>
                    <a:gd name="csY158" fmla="*/ 29005 h 119281"/>
                    <a:gd name="csX159" fmla="*/ 96803 w 103691"/>
                    <a:gd name="csY159" fmla="*/ 27917 h 119281"/>
                    <a:gd name="csX160" fmla="*/ 96078 w 103691"/>
                    <a:gd name="csY160" fmla="*/ 26829 h 119281"/>
                    <a:gd name="csX161" fmla="*/ 95353 w 103691"/>
                    <a:gd name="csY161" fmla="*/ 25742 h 119281"/>
                    <a:gd name="csX162" fmla="*/ 94628 w 103691"/>
                    <a:gd name="csY162" fmla="*/ 24654 h 119281"/>
                    <a:gd name="csX163" fmla="*/ 93178 w 103691"/>
                    <a:gd name="csY163" fmla="*/ 22841 h 119281"/>
                    <a:gd name="csX164" fmla="*/ 91727 w 103691"/>
                    <a:gd name="csY164" fmla="*/ 21028 h 119281"/>
                    <a:gd name="csX165" fmla="*/ 87377 w 103691"/>
                    <a:gd name="csY165" fmla="*/ 16678 h 119281"/>
                    <a:gd name="csX166" fmla="*/ 85201 w 103691"/>
                    <a:gd name="csY166" fmla="*/ 14865 h 119281"/>
                    <a:gd name="csX167" fmla="*/ 83389 w 103691"/>
                    <a:gd name="csY167" fmla="*/ 13415 h 119281"/>
                    <a:gd name="csX168" fmla="*/ 81938 w 103691"/>
                    <a:gd name="csY168" fmla="*/ 12327 h 119281"/>
                    <a:gd name="csX169" fmla="*/ 80851 w 103691"/>
                    <a:gd name="csY169" fmla="*/ 11602 h 119281"/>
                    <a:gd name="csX170" fmla="*/ 79763 w 103691"/>
                    <a:gd name="csY170" fmla="*/ 10877 h 119281"/>
                    <a:gd name="csX171" fmla="*/ 78675 w 103691"/>
                    <a:gd name="csY171" fmla="*/ 10514 h 119281"/>
                    <a:gd name="csX172" fmla="*/ 77950 w 103691"/>
                    <a:gd name="csY172" fmla="*/ 9789 h 119281"/>
                    <a:gd name="csX173" fmla="*/ 76863 w 103691"/>
                    <a:gd name="csY173" fmla="*/ 9427 h 119281"/>
                    <a:gd name="csX174" fmla="*/ 76137 w 103691"/>
                    <a:gd name="csY174" fmla="*/ 8701 h 119281"/>
                    <a:gd name="csX175" fmla="*/ 69611 w 103691"/>
                    <a:gd name="csY175" fmla="*/ 5438 h 119281"/>
                    <a:gd name="csX176" fmla="*/ 68886 w 103691"/>
                    <a:gd name="csY176" fmla="*/ 5438 h 119281"/>
                    <a:gd name="csX177" fmla="*/ 67799 w 103691"/>
                    <a:gd name="csY177" fmla="*/ 4713 h 119281"/>
                    <a:gd name="csX178" fmla="*/ 67073 w 103691"/>
                    <a:gd name="csY178" fmla="*/ 4713 h 119281"/>
                    <a:gd name="csX179" fmla="*/ 65986 w 103691"/>
                    <a:gd name="csY179" fmla="*/ 3988 h 119281"/>
                    <a:gd name="csX180" fmla="*/ 64898 w 103691"/>
                    <a:gd name="csY180" fmla="*/ 3626 h 119281"/>
                    <a:gd name="csX181" fmla="*/ 63810 w 103691"/>
                    <a:gd name="csY181" fmla="*/ 3263 h 119281"/>
                    <a:gd name="csX182" fmla="*/ 62723 w 103691"/>
                    <a:gd name="csY182" fmla="*/ 2900 h 119281"/>
                    <a:gd name="csX183" fmla="*/ 61273 w 103691"/>
                    <a:gd name="csY183" fmla="*/ 2538 h 119281"/>
                    <a:gd name="csX184" fmla="*/ 59822 w 103691"/>
                    <a:gd name="csY184" fmla="*/ 2175 h 119281"/>
                    <a:gd name="csX185" fmla="*/ 58735 w 103691"/>
                    <a:gd name="csY185" fmla="*/ 1813 h 119281"/>
                    <a:gd name="csX186" fmla="*/ 57284 w 103691"/>
                    <a:gd name="csY186" fmla="*/ 1450 h 119281"/>
                    <a:gd name="csX187" fmla="*/ 55472 w 103691"/>
                    <a:gd name="csY187" fmla="*/ 1088 h 119281"/>
                    <a:gd name="csX188" fmla="*/ 53659 w 103691"/>
                    <a:gd name="csY188" fmla="*/ 725 h 119281"/>
                    <a:gd name="csX189" fmla="*/ 51483 w 103691"/>
                    <a:gd name="csY189" fmla="*/ 363 h 119281"/>
                    <a:gd name="csX190" fmla="*/ 48220 w 103691"/>
                    <a:gd name="csY190" fmla="*/ 0 h 1192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</a:cxnLst>
                  <a:rect l="l" t="t" r="r" b="b"/>
                  <a:pathLst>
                    <a:path w="103691" h="119281">
                      <a:moveTo>
                        <a:pt x="42057" y="0"/>
                      </a:moveTo>
                      <a:lnTo>
                        <a:pt x="42419" y="725"/>
                      </a:lnTo>
                      <a:lnTo>
                        <a:pt x="42782" y="1450"/>
                      </a:lnTo>
                      <a:lnTo>
                        <a:pt x="42782" y="2175"/>
                      </a:lnTo>
                      <a:lnTo>
                        <a:pt x="43870" y="3988"/>
                      </a:lnTo>
                      <a:lnTo>
                        <a:pt x="44232" y="5076"/>
                      </a:lnTo>
                      <a:lnTo>
                        <a:pt x="44232" y="5801"/>
                      </a:lnTo>
                      <a:lnTo>
                        <a:pt x="44957" y="6889"/>
                      </a:lnTo>
                      <a:lnTo>
                        <a:pt x="45320" y="7976"/>
                      </a:lnTo>
                      <a:lnTo>
                        <a:pt x="45682" y="9064"/>
                      </a:lnTo>
                      <a:lnTo>
                        <a:pt x="46045" y="10514"/>
                      </a:lnTo>
                      <a:lnTo>
                        <a:pt x="46408" y="11602"/>
                      </a:lnTo>
                      <a:lnTo>
                        <a:pt x="46770" y="13052"/>
                      </a:lnTo>
                      <a:lnTo>
                        <a:pt x="47133" y="14865"/>
                      </a:lnTo>
                      <a:lnTo>
                        <a:pt x="47495" y="16678"/>
                      </a:lnTo>
                      <a:lnTo>
                        <a:pt x="47858" y="18853"/>
                      </a:lnTo>
                      <a:lnTo>
                        <a:pt x="48220" y="22116"/>
                      </a:lnTo>
                      <a:lnTo>
                        <a:pt x="48220" y="32993"/>
                      </a:lnTo>
                      <a:lnTo>
                        <a:pt x="47858" y="35893"/>
                      </a:lnTo>
                      <a:lnTo>
                        <a:pt x="47495" y="38069"/>
                      </a:lnTo>
                      <a:lnTo>
                        <a:pt x="47133" y="40244"/>
                      </a:lnTo>
                      <a:lnTo>
                        <a:pt x="46770" y="41694"/>
                      </a:lnTo>
                      <a:lnTo>
                        <a:pt x="46408" y="43145"/>
                      </a:lnTo>
                      <a:lnTo>
                        <a:pt x="46045" y="44595"/>
                      </a:lnTo>
                      <a:lnTo>
                        <a:pt x="45682" y="45682"/>
                      </a:lnTo>
                      <a:lnTo>
                        <a:pt x="45320" y="46770"/>
                      </a:lnTo>
                      <a:lnTo>
                        <a:pt x="44957" y="47858"/>
                      </a:lnTo>
                      <a:lnTo>
                        <a:pt x="44595" y="48945"/>
                      </a:lnTo>
                      <a:lnTo>
                        <a:pt x="44232" y="50033"/>
                      </a:lnTo>
                      <a:lnTo>
                        <a:pt x="43507" y="51121"/>
                      </a:lnTo>
                      <a:lnTo>
                        <a:pt x="43507" y="51846"/>
                      </a:lnTo>
                      <a:lnTo>
                        <a:pt x="39882" y="59097"/>
                      </a:lnTo>
                      <a:lnTo>
                        <a:pt x="39156" y="60185"/>
                      </a:lnTo>
                      <a:lnTo>
                        <a:pt x="38431" y="60910"/>
                      </a:lnTo>
                      <a:lnTo>
                        <a:pt x="38069" y="61998"/>
                      </a:lnTo>
                      <a:lnTo>
                        <a:pt x="37344" y="63085"/>
                      </a:lnTo>
                      <a:lnTo>
                        <a:pt x="36618" y="64173"/>
                      </a:lnTo>
                      <a:lnTo>
                        <a:pt x="35531" y="65623"/>
                      </a:lnTo>
                      <a:lnTo>
                        <a:pt x="34443" y="67073"/>
                      </a:lnTo>
                      <a:lnTo>
                        <a:pt x="32993" y="68886"/>
                      </a:lnTo>
                      <a:lnTo>
                        <a:pt x="30818" y="71424"/>
                      </a:lnTo>
                      <a:lnTo>
                        <a:pt x="24654" y="77588"/>
                      </a:lnTo>
                      <a:lnTo>
                        <a:pt x="22116" y="79763"/>
                      </a:lnTo>
                      <a:lnTo>
                        <a:pt x="20666" y="80851"/>
                      </a:lnTo>
                      <a:lnTo>
                        <a:pt x="18853" y="82301"/>
                      </a:lnTo>
                      <a:lnTo>
                        <a:pt x="17403" y="83389"/>
                      </a:lnTo>
                      <a:lnTo>
                        <a:pt x="16315" y="84114"/>
                      </a:lnTo>
                      <a:lnTo>
                        <a:pt x="15227" y="84839"/>
                      </a:lnTo>
                      <a:lnTo>
                        <a:pt x="14140" y="85564"/>
                      </a:lnTo>
                      <a:lnTo>
                        <a:pt x="13052" y="86289"/>
                      </a:lnTo>
                      <a:lnTo>
                        <a:pt x="11964" y="87014"/>
                      </a:lnTo>
                      <a:lnTo>
                        <a:pt x="10877" y="87377"/>
                      </a:lnTo>
                      <a:lnTo>
                        <a:pt x="10152" y="88102"/>
                      </a:lnTo>
                      <a:lnTo>
                        <a:pt x="1450" y="92453"/>
                      </a:lnTo>
                      <a:lnTo>
                        <a:pt x="725" y="92453"/>
                      </a:lnTo>
                      <a:lnTo>
                        <a:pt x="0" y="92815"/>
                      </a:lnTo>
                      <a:lnTo>
                        <a:pt x="725" y="93178"/>
                      </a:lnTo>
                      <a:lnTo>
                        <a:pt x="1450" y="93540"/>
                      </a:lnTo>
                      <a:lnTo>
                        <a:pt x="2175" y="94265"/>
                      </a:lnTo>
                      <a:lnTo>
                        <a:pt x="3263" y="94628"/>
                      </a:lnTo>
                      <a:lnTo>
                        <a:pt x="3988" y="95353"/>
                      </a:lnTo>
                      <a:lnTo>
                        <a:pt x="9789" y="98254"/>
                      </a:lnTo>
                      <a:lnTo>
                        <a:pt x="10514" y="98254"/>
                      </a:lnTo>
                      <a:lnTo>
                        <a:pt x="12327" y="99341"/>
                      </a:lnTo>
                      <a:lnTo>
                        <a:pt x="13415" y="99704"/>
                      </a:lnTo>
                      <a:lnTo>
                        <a:pt x="14502" y="100066"/>
                      </a:lnTo>
                      <a:lnTo>
                        <a:pt x="15590" y="100429"/>
                      </a:lnTo>
                      <a:lnTo>
                        <a:pt x="16678" y="100791"/>
                      </a:lnTo>
                      <a:lnTo>
                        <a:pt x="17765" y="101154"/>
                      </a:lnTo>
                      <a:lnTo>
                        <a:pt x="18853" y="101517"/>
                      </a:lnTo>
                      <a:lnTo>
                        <a:pt x="20303" y="101879"/>
                      </a:lnTo>
                      <a:lnTo>
                        <a:pt x="21754" y="102242"/>
                      </a:lnTo>
                      <a:lnTo>
                        <a:pt x="23204" y="102604"/>
                      </a:lnTo>
                      <a:lnTo>
                        <a:pt x="25017" y="102967"/>
                      </a:lnTo>
                      <a:lnTo>
                        <a:pt x="27192" y="103329"/>
                      </a:lnTo>
                      <a:lnTo>
                        <a:pt x="29730" y="103692"/>
                      </a:lnTo>
                      <a:lnTo>
                        <a:pt x="32993" y="104054"/>
                      </a:lnTo>
                      <a:lnTo>
                        <a:pt x="46408" y="104054"/>
                      </a:lnTo>
                      <a:lnTo>
                        <a:pt x="49671" y="103692"/>
                      </a:lnTo>
                      <a:lnTo>
                        <a:pt x="52571" y="102967"/>
                      </a:lnTo>
                      <a:lnTo>
                        <a:pt x="54746" y="102967"/>
                      </a:lnTo>
                      <a:lnTo>
                        <a:pt x="55472" y="103329"/>
                      </a:lnTo>
                      <a:lnTo>
                        <a:pt x="57647" y="105505"/>
                      </a:lnTo>
                      <a:lnTo>
                        <a:pt x="59460" y="106955"/>
                      </a:lnTo>
                      <a:lnTo>
                        <a:pt x="60547" y="107680"/>
                      </a:lnTo>
                      <a:lnTo>
                        <a:pt x="61998" y="108768"/>
                      </a:lnTo>
                      <a:lnTo>
                        <a:pt x="63085" y="109493"/>
                      </a:lnTo>
                      <a:lnTo>
                        <a:pt x="64173" y="110218"/>
                      </a:lnTo>
                      <a:lnTo>
                        <a:pt x="65261" y="110943"/>
                      </a:lnTo>
                      <a:lnTo>
                        <a:pt x="66348" y="111306"/>
                      </a:lnTo>
                      <a:lnTo>
                        <a:pt x="67073" y="112031"/>
                      </a:lnTo>
                      <a:lnTo>
                        <a:pt x="69611" y="113118"/>
                      </a:lnTo>
                      <a:lnTo>
                        <a:pt x="70336" y="113844"/>
                      </a:lnTo>
                      <a:lnTo>
                        <a:pt x="71787" y="114569"/>
                      </a:lnTo>
                      <a:lnTo>
                        <a:pt x="72512" y="114569"/>
                      </a:lnTo>
                      <a:lnTo>
                        <a:pt x="75050" y="116019"/>
                      </a:lnTo>
                      <a:lnTo>
                        <a:pt x="76137" y="116382"/>
                      </a:lnTo>
                      <a:lnTo>
                        <a:pt x="77225" y="116744"/>
                      </a:lnTo>
                      <a:lnTo>
                        <a:pt x="77950" y="116744"/>
                      </a:lnTo>
                      <a:lnTo>
                        <a:pt x="79038" y="117469"/>
                      </a:lnTo>
                      <a:lnTo>
                        <a:pt x="80488" y="117832"/>
                      </a:lnTo>
                      <a:lnTo>
                        <a:pt x="81576" y="118194"/>
                      </a:lnTo>
                      <a:lnTo>
                        <a:pt x="83026" y="118557"/>
                      </a:lnTo>
                      <a:lnTo>
                        <a:pt x="84839" y="118919"/>
                      </a:lnTo>
                      <a:lnTo>
                        <a:pt x="87377" y="119282"/>
                      </a:lnTo>
                      <a:lnTo>
                        <a:pt x="86652" y="118194"/>
                      </a:lnTo>
                      <a:lnTo>
                        <a:pt x="85927" y="117107"/>
                      </a:lnTo>
                      <a:lnTo>
                        <a:pt x="85201" y="116019"/>
                      </a:lnTo>
                      <a:lnTo>
                        <a:pt x="84839" y="114931"/>
                      </a:lnTo>
                      <a:lnTo>
                        <a:pt x="84114" y="114206"/>
                      </a:lnTo>
                      <a:lnTo>
                        <a:pt x="81938" y="109855"/>
                      </a:lnTo>
                      <a:lnTo>
                        <a:pt x="81938" y="109130"/>
                      </a:lnTo>
                      <a:lnTo>
                        <a:pt x="81213" y="108043"/>
                      </a:lnTo>
                      <a:lnTo>
                        <a:pt x="80851" y="106955"/>
                      </a:lnTo>
                      <a:lnTo>
                        <a:pt x="80851" y="106230"/>
                      </a:lnTo>
                      <a:lnTo>
                        <a:pt x="80126" y="105142"/>
                      </a:lnTo>
                      <a:lnTo>
                        <a:pt x="79763" y="103692"/>
                      </a:lnTo>
                      <a:lnTo>
                        <a:pt x="79400" y="102604"/>
                      </a:lnTo>
                      <a:lnTo>
                        <a:pt x="79038" y="101154"/>
                      </a:lnTo>
                      <a:lnTo>
                        <a:pt x="78675" y="99704"/>
                      </a:lnTo>
                      <a:lnTo>
                        <a:pt x="78313" y="97891"/>
                      </a:lnTo>
                      <a:lnTo>
                        <a:pt x="77950" y="95353"/>
                      </a:lnTo>
                      <a:lnTo>
                        <a:pt x="77950" y="93903"/>
                      </a:lnTo>
                      <a:lnTo>
                        <a:pt x="78675" y="93178"/>
                      </a:lnTo>
                      <a:lnTo>
                        <a:pt x="79763" y="92453"/>
                      </a:lnTo>
                      <a:lnTo>
                        <a:pt x="80851" y="91727"/>
                      </a:lnTo>
                      <a:lnTo>
                        <a:pt x="82301" y="91002"/>
                      </a:lnTo>
                      <a:lnTo>
                        <a:pt x="83751" y="89915"/>
                      </a:lnTo>
                      <a:lnTo>
                        <a:pt x="85564" y="88464"/>
                      </a:lnTo>
                      <a:lnTo>
                        <a:pt x="92815" y="81213"/>
                      </a:lnTo>
                      <a:lnTo>
                        <a:pt x="94265" y="79400"/>
                      </a:lnTo>
                      <a:lnTo>
                        <a:pt x="94991" y="78313"/>
                      </a:lnTo>
                      <a:lnTo>
                        <a:pt x="96078" y="76863"/>
                      </a:lnTo>
                      <a:lnTo>
                        <a:pt x="96803" y="75775"/>
                      </a:lnTo>
                      <a:lnTo>
                        <a:pt x="97528" y="73962"/>
                      </a:lnTo>
                      <a:lnTo>
                        <a:pt x="98254" y="73237"/>
                      </a:lnTo>
                      <a:lnTo>
                        <a:pt x="100066" y="69611"/>
                      </a:lnTo>
                      <a:lnTo>
                        <a:pt x="100066" y="68886"/>
                      </a:lnTo>
                      <a:lnTo>
                        <a:pt x="100791" y="67799"/>
                      </a:lnTo>
                      <a:lnTo>
                        <a:pt x="101154" y="66711"/>
                      </a:lnTo>
                      <a:lnTo>
                        <a:pt x="101517" y="65623"/>
                      </a:lnTo>
                      <a:lnTo>
                        <a:pt x="101879" y="64536"/>
                      </a:lnTo>
                      <a:lnTo>
                        <a:pt x="102242" y="63448"/>
                      </a:lnTo>
                      <a:lnTo>
                        <a:pt x="102604" y="61998"/>
                      </a:lnTo>
                      <a:lnTo>
                        <a:pt x="102967" y="60547"/>
                      </a:lnTo>
                      <a:lnTo>
                        <a:pt x="103329" y="58372"/>
                      </a:lnTo>
                      <a:lnTo>
                        <a:pt x="103692" y="55472"/>
                      </a:lnTo>
                      <a:lnTo>
                        <a:pt x="103692" y="48220"/>
                      </a:lnTo>
                      <a:lnTo>
                        <a:pt x="103329" y="45320"/>
                      </a:lnTo>
                      <a:lnTo>
                        <a:pt x="102967" y="43145"/>
                      </a:lnTo>
                      <a:lnTo>
                        <a:pt x="102604" y="41694"/>
                      </a:lnTo>
                      <a:lnTo>
                        <a:pt x="102242" y="40244"/>
                      </a:lnTo>
                      <a:lnTo>
                        <a:pt x="101879" y="38794"/>
                      </a:lnTo>
                      <a:lnTo>
                        <a:pt x="101154" y="37706"/>
                      </a:lnTo>
                      <a:lnTo>
                        <a:pt x="101154" y="36981"/>
                      </a:lnTo>
                      <a:lnTo>
                        <a:pt x="100791" y="35893"/>
                      </a:lnTo>
                      <a:lnTo>
                        <a:pt x="100066" y="34806"/>
                      </a:lnTo>
                      <a:lnTo>
                        <a:pt x="100066" y="34081"/>
                      </a:lnTo>
                      <a:lnTo>
                        <a:pt x="97528" y="29005"/>
                      </a:lnTo>
                      <a:lnTo>
                        <a:pt x="96803" y="27917"/>
                      </a:lnTo>
                      <a:lnTo>
                        <a:pt x="96078" y="26829"/>
                      </a:lnTo>
                      <a:lnTo>
                        <a:pt x="95353" y="25742"/>
                      </a:lnTo>
                      <a:lnTo>
                        <a:pt x="94628" y="24654"/>
                      </a:lnTo>
                      <a:lnTo>
                        <a:pt x="93178" y="22841"/>
                      </a:lnTo>
                      <a:lnTo>
                        <a:pt x="91727" y="21028"/>
                      </a:lnTo>
                      <a:lnTo>
                        <a:pt x="87377" y="16678"/>
                      </a:lnTo>
                      <a:lnTo>
                        <a:pt x="85201" y="14865"/>
                      </a:lnTo>
                      <a:lnTo>
                        <a:pt x="83389" y="13415"/>
                      </a:lnTo>
                      <a:lnTo>
                        <a:pt x="81938" y="12327"/>
                      </a:lnTo>
                      <a:lnTo>
                        <a:pt x="80851" y="11602"/>
                      </a:lnTo>
                      <a:lnTo>
                        <a:pt x="79763" y="10877"/>
                      </a:lnTo>
                      <a:lnTo>
                        <a:pt x="78675" y="10514"/>
                      </a:lnTo>
                      <a:lnTo>
                        <a:pt x="77950" y="9789"/>
                      </a:lnTo>
                      <a:lnTo>
                        <a:pt x="76863" y="9427"/>
                      </a:lnTo>
                      <a:lnTo>
                        <a:pt x="76137" y="8701"/>
                      </a:lnTo>
                      <a:lnTo>
                        <a:pt x="69611" y="5438"/>
                      </a:lnTo>
                      <a:lnTo>
                        <a:pt x="68886" y="5438"/>
                      </a:lnTo>
                      <a:lnTo>
                        <a:pt x="67799" y="4713"/>
                      </a:lnTo>
                      <a:lnTo>
                        <a:pt x="67073" y="4713"/>
                      </a:lnTo>
                      <a:lnTo>
                        <a:pt x="65986" y="3988"/>
                      </a:lnTo>
                      <a:lnTo>
                        <a:pt x="64898" y="3626"/>
                      </a:lnTo>
                      <a:lnTo>
                        <a:pt x="63810" y="3263"/>
                      </a:lnTo>
                      <a:lnTo>
                        <a:pt x="62723" y="2900"/>
                      </a:lnTo>
                      <a:lnTo>
                        <a:pt x="61273" y="2538"/>
                      </a:lnTo>
                      <a:lnTo>
                        <a:pt x="59822" y="2175"/>
                      </a:lnTo>
                      <a:lnTo>
                        <a:pt x="58735" y="1813"/>
                      </a:lnTo>
                      <a:lnTo>
                        <a:pt x="57284" y="1450"/>
                      </a:lnTo>
                      <a:lnTo>
                        <a:pt x="55472" y="1088"/>
                      </a:lnTo>
                      <a:lnTo>
                        <a:pt x="53659" y="725"/>
                      </a:lnTo>
                      <a:lnTo>
                        <a:pt x="51483" y="363"/>
                      </a:lnTo>
                      <a:lnTo>
                        <a:pt x="482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5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99C05970-F734-DAA6-184E-FA439E799EF7}"/>
                    </a:ext>
                  </a:extLst>
                </p:cNvPr>
                <p:cNvSpPr/>
                <p:nvPr/>
              </p:nvSpPr>
              <p:spPr>
                <a:xfrm>
                  <a:off x="946754" y="3131506"/>
                  <a:ext cx="158438" cy="148286"/>
                </a:xfrm>
                <a:custGeom>
                  <a:avLst/>
                  <a:gdLst>
                    <a:gd name="csX0" fmla="*/ 70699 w 158438"/>
                    <a:gd name="csY0" fmla="*/ 0 h 148286"/>
                    <a:gd name="csX1" fmla="*/ 67436 w 158438"/>
                    <a:gd name="csY1" fmla="*/ 363 h 148286"/>
                    <a:gd name="csX2" fmla="*/ 64898 w 158438"/>
                    <a:gd name="csY2" fmla="*/ 725 h 148286"/>
                    <a:gd name="csX3" fmla="*/ 62723 w 158438"/>
                    <a:gd name="csY3" fmla="*/ 1088 h 148286"/>
                    <a:gd name="csX4" fmla="*/ 60910 w 158438"/>
                    <a:gd name="csY4" fmla="*/ 1450 h 148286"/>
                    <a:gd name="csX5" fmla="*/ 58735 w 158438"/>
                    <a:gd name="csY5" fmla="*/ 1813 h 148286"/>
                    <a:gd name="csX6" fmla="*/ 57284 w 158438"/>
                    <a:gd name="csY6" fmla="*/ 2175 h 148286"/>
                    <a:gd name="csX7" fmla="*/ 55834 w 158438"/>
                    <a:gd name="csY7" fmla="*/ 2538 h 148286"/>
                    <a:gd name="csX8" fmla="*/ 54384 w 158438"/>
                    <a:gd name="csY8" fmla="*/ 2900 h 148286"/>
                    <a:gd name="csX9" fmla="*/ 53296 w 158438"/>
                    <a:gd name="csY9" fmla="*/ 3263 h 148286"/>
                    <a:gd name="csX10" fmla="*/ 51846 w 158438"/>
                    <a:gd name="csY10" fmla="*/ 3626 h 148286"/>
                    <a:gd name="csX11" fmla="*/ 50758 w 158438"/>
                    <a:gd name="csY11" fmla="*/ 3988 h 148286"/>
                    <a:gd name="csX12" fmla="*/ 49671 w 158438"/>
                    <a:gd name="csY12" fmla="*/ 4351 h 148286"/>
                    <a:gd name="csX13" fmla="*/ 48583 w 158438"/>
                    <a:gd name="csY13" fmla="*/ 4713 h 148286"/>
                    <a:gd name="csX14" fmla="*/ 47495 w 158438"/>
                    <a:gd name="csY14" fmla="*/ 5076 h 148286"/>
                    <a:gd name="csX15" fmla="*/ 46408 w 158438"/>
                    <a:gd name="csY15" fmla="*/ 5801 h 148286"/>
                    <a:gd name="csX16" fmla="*/ 45682 w 158438"/>
                    <a:gd name="csY16" fmla="*/ 5801 h 148286"/>
                    <a:gd name="csX17" fmla="*/ 44595 w 158438"/>
                    <a:gd name="csY17" fmla="*/ 6164 h 148286"/>
                    <a:gd name="csX18" fmla="*/ 43507 w 158438"/>
                    <a:gd name="csY18" fmla="*/ 6889 h 148286"/>
                    <a:gd name="csX19" fmla="*/ 42782 w 158438"/>
                    <a:gd name="csY19" fmla="*/ 6889 h 148286"/>
                    <a:gd name="csX20" fmla="*/ 34806 w 158438"/>
                    <a:gd name="csY20" fmla="*/ 10877 h 148286"/>
                    <a:gd name="csX21" fmla="*/ 34081 w 158438"/>
                    <a:gd name="csY21" fmla="*/ 11602 h 148286"/>
                    <a:gd name="csX22" fmla="*/ 32993 w 158438"/>
                    <a:gd name="csY22" fmla="*/ 11964 h 148286"/>
                    <a:gd name="csX23" fmla="*/ 32268 w 158438"/>
                    <a:gd name="csY23" fmla="*/ 12690 h 148286"/>
                    <a:gd name="csX24" fmla="*/ 31180 w 158438"/>
                    <a:gd name="csY24" fmla="*/ 13052 h 148286"/>
                    <a:gd name="csX25" fmla="*/ 30092 w 158438"/>
                    <a:gd name="csY25" fmla="*/ 13777 h 148286"/>
                    <a:gd name="csX26" fmla="*/ 29005 w 158438"/>
                    <a:gd name="csY26" fmla="*/ 14502 h 148286"/>
                    <a:gd name="csX27" fmla="*/ 27917 w 158438"/>
                    <a:gd name="csY27" fmla="*/ 15227 h 148286"/>
                    <a:gd name="csX28" fmla="*/ 26829 w 158438"/>
                    <a:gd name="csY28" fmla="*/ 15953 h 148286"/>
                    <a:gd name="csX29" fmla="*/ 25379 w 158438"/>
                    <a:gd name="csY29" fmla="*/ 17040 h 148286"/>
                    <a:gd name="csX30" fmla="*/ 23566 w 158438"/>
                    <a:gd name="csY30" fmla="*/ 18491 h 148286"/>
                    <a:gd name="csX31" fmla="*/ 21754 w 158438"/>
                    <a:gd name="csY31" fmla="*/ 19941 h 148286"/>
                    <a:gd name="csX32" fmla="*/ 14502 w 158438"/>
                    <a:gd name="csY32" fmla="*/ 27192 h 148286"/>
                    <a:gd name="csX33" fmla="*/ 13052 w 158438"/>
                    <a:gd name="csY33" fmla="*/ 29005 h 148286"/>
                    <a:gd name="csX34" fmla="*/ 11602 w 158438"/>
                    <a:gd name="csY34" fmla="*/ 30818 h 148286"/>
                    <a:gd name="csX35" fmla="*/ 10877 w 158438"/>
                    <a:gd name="csY35" fmla="*/ 31905 h 148286"/>
                    <a:gd name="csX36" fmla="*/ 9789 w 158438"/>
                    <a:gd name="csY36" fmla="*/ 33355 h 148286"/>
                    <a:gd name="csX37" fmla="*/ 9427 w 158438"/>
                    <a:gd name="csY37" fmla="*/ 34443 h 148286"/>
                    <a:gd name="csX38" fmla="*/ 8701 w 158438"/>
                    <a:gd name="csY38" fmla="*/ 35168 h 148286"/>
                    <a:gd name="csX39" fmla="*/ 7976 w 158438"/>
                    <a:gd name="csY39" fmla="*/ 36256 h 148286"/>
                    <a:gd name="csX40" fmla="*/ 7251 w 158438"/>
                    <a:gd name="csY40" fmla="*/ 38069 h 148286"/>
                    <a:gd name="csX41" fmla="*/ 6526 w 158438"/>
                    <a:gd name="csY41" fmla="*/ 38794 h 148286"/>
                    <a:gd name="csX42" fmla="*/ 5076 w 158438"/>
                    <a:gd name="csY42" fmla="*/ 41694 h 148286"/>
                    <a:gd name="csX43" fmla="*/ 5076 w 158438"/>
                    <a:gd name="csY43" fmla="*/ 42419 h 148286"/>
                    <a:gd name="csX44" fmla="*/ 3988 w 158438"/>
                    <a:gd name="csY44" fmla="*/ 44232 h 148286"/>
                    <a:gd name="csX45" fmla="*/ 3988 w 158438"/>
                    <a:gd name="csY45" fmla="*/ 44957 h 148286"/>
                    <a:gd name="csX46" fmla="*/ 3263 w 158438"/>
                    <a:gd name="csY46" fmla="*/ 46045 h 148286"/>
                    <a:gd name="csX47" fmla="*/ 2900 w 158438"/>
                    <a:gd name="csY47" fmla="*/ 47133 h 148286"/>
                    <a:gd name="csX48" fmla="*/ 2538 w 158438"/>
                    <a:gd name="csY48" fmla="*/ 48220 h 148286"/>
                    <a:gd name="csX49" fmla="*/ 2175 w 158438"/>
                    <a:gd name="csY49" fmla="*/ 49671 h 148286"/>
                    <a:gd name="csX50" fmla="*/ 1813 w 158438"/>
                    <a:gd name="csY50" fmla="*/ 50758 h 148286"/>
                    <a:gd name="csX51" fmla="*/ 1450 w 158438"/>
                    <a:gd name="csY51" fmla="*/ 52209 h 148286"/>
                    <a:gd name="csX52" fmla="*/ 1088 w 158438"/>
                    <a:gd name="csY52" fmla="*/ 54021 h 148286"/>
                    <a:gd name="csX53" fmla="*/ 725 w 158438"/>
                    <a:gd name="csY53" fmla="*/ 55834 h 148286"/>
                    <a:gd name="csX54" fmla="*/ 363 w 158438"/>
                    <a:gd name="csY54" fmla="*/ 58372 h 148286"/>
                    <a:gd name="csX55" fmla="*/ 0 w 158438"/>
                    <a:gd name="csY55" fmla="*/ 62723 h 148286"/>
                    <a:gd name="csX56" fmla="*/ 0 w 158438"/>
                    <a:gd name="csY56" fmla="*/ 67073 h 148286"/>
                    <a:gd name="csX57" fmla="*/ 363 w 158438"/>
                    <a:gd name="csY57" fmla="*/ 71424 h 148286"/>
                    <a:gd name="csX58" fmla="*/ 725 w 158438"/>
                    <a:gd name="csY58" fmla="*/ 73600 h 148286"/>
                    <a:gd name="csX59" fmla="*/ 1088 w 158438"/>
                    <a:gd name="csY59" fmla="*/ 75412 h 148286"/>
                    <a:gd name="csX60" fmla="*/ 1450 w 158438"/>
                    <a:gd name="csY60" fmla="*/ 77225 h 148286"/>
                    <a:gd name="csX61" fmla="*/ 1813 w 158438"/>
                    <a:gd name="csY61" fmla="*/ 78675 h 148286"/>
                    <a:gd name="csX62" fmla="*/ 2175 w 158438"/>
                    <a:gd name="csY62" fmla="*/ 79763 h 148286"/>
                    <a:gd name="csX63" fmla="*/ 2538 w 158438"/>
                    <a:gd name="csY63" fmla="*/ 81213 h 148286"/>
                    <a:gd name="csX64" fmla="*/ 2900 w 158438"/>
                    <a:gd name="csY64" fmla="*/ 82301 h 148286"/>
                    <a:gd name="csX65" fmla="*/ 3626 w 158438"/>
                    <a:gd name="csY65" fmla="*/ 83389 h 148286"/>
                    <a:gd name="csX66" fmla="*/ 3626 w 158438"/>
                    <a:gd name="csY66" fmla="*/ 84114 h 148286"/>
                    <a:gd name="csX67" fmla="*/ 3988 w 158438"/>
                    <a:gd name="csY67" fmla="*/ 85201 h 148286"/>
                    <a:gd name="csX68" fmla="*/ 5801 w 158438"/>
                    <a:gd name="csY68" fmla="*/ 88464 h 148286"/>
                    <a:gd name="csX69" fmla="*/ 5801 w 158438"/>
                    <a:gd name="csY69" fmla="*/ 89190 h 148286"/>
                    <a:gd name="csX70" fmla="*/ 6164 w 158438"/>
                    <a:gd name="csY70" fmla="*/ 89915 h 148286"/>
                    <a:gd name="csX71" fmla="*/ 6889 w 158438"/>
                    <a:gd name="csY71" fmla="*/ 90640 h 148286"/>
                    <a:gd name="csX72" fmla="*/ 7976 w 158438"/>
                    <a:gd name="csY72" fmla="*/ 93178 h 148286"/>
                    <a:gd name="csX73" fmla="*/ 8701 w 158438"/>
                    <a:gd name="csY73" fmla="*/ 93903 h 148286"/>
                    <a:gd name="csX74" fmla="*/ 9064 w 158438"/>
                    <a:gd name="csY74" fmla="*/ 94991 h 148286"/>
                    <a:gd name="csX75" fmla="*/ 10152 w 158438"/>
                    <a:gd name="csY75" fmla="*/ 96441 h 148286"/>
                    <a:gd name="csX76" fmla="*/ 10877 w 158438"/>
                    <a:gd name="csY76" fmla="*/ 97528 h 148286"/>
                    <a:gd name="csX77" fmla="*/ 11964 w 158438"/>
                    <a:gd name="csY77" fmla="*/ 98979 h 148286"/>
                    <a:gd name="csX78" fmla="*/ 13052 w 158438"/>
                    <a:gd name="csY78" fmla="*/ 100429 h 148286"/>
                    <a:gd name="csX79" fmla="*/ 14502 w 158438"/>
                    <a:gd name="csY79" fmla="*/ 102242 h 148286"/>
                    <a:gd name="csX80" fmla="*/ 21754 w 158438"/>
                    <a:gd name="csY80" fmla="*/ 109493 h 148286"/>
                    <a:gd name="csX81" fmla="*/ 23566 w 158438"/>
                    <a:gd name="csY81" fmla="*/ 110943 h 148286"/>
                    <a:gd name="csX82" fmla="*/ 25379 w 158438"/>
                    <a:gd name="csY82" fmla="*/ 112393 h 148286"/>
                    <a:gd name="csX83" fmla="*/ 26829 w 158438"/>
                    <a:gd name="csY83" fmla="*/ 113481 h 148286"/>
                    <a:gd name="csX84" fmla="*/ 28280 w 158438"/>
                    <a:gd name="csY84" fmla="*/ 114569 h 148286"/>
                    <a:gd name="csX85" fmla="*/ 29367 w 158438"/>
                    <a:gd name="csY85" fmla="*/ 115294 h 148286"/>
                    <a:gd name="csX86" fmla="*/ 30455 w 158438"/>
                    <a:gd name="csY86" fmla="*/ 115656 h 148286"/>
                    <a:gd name="csX87" fmla="*/ 31543 w 158438"/>
                    <a:gd name="csY87" fmla="*/ 116382 h 148286"/>
                    <a:gd name="csX88" fmla="*/ 32268 w 158438"/>
                    <a:gd name="csY88" fmla="*/ 117107 h 148286"/>
                    <a:gd name="csX89" fmla="*/ 32268 w 158438"/>
                    <a:gd name="csY89" fmla="*/ 118194 h 148286"/>
                    <a:gd name="csX90" fmla="*/ 31905 w 158438"/>
                    <a:gd name="csY90" fmla="*/ 121095 h 148286"/>
                    <a:gd name="csX91" fmla="*/ 31543 w 158438"/>
                    <a:gd name="csY91" fmla="*/ 123270 h 148286"/>
                    <a:gd name="csX92" fmla="*/ 31180 w 158438"/>
                    <a:gd name="csY92" fmla="*/ 125083 h 148286"/>
                    <a:gd name="csX93" fmla="*/ 30818 w 158438"/>
                    <a:gd name="csY93" fmla="*/ 126533 h 148286"/>
                    <a:gd name="csX94" fmla="*/ 30455 w 158438"/>
                    <a:gd name="csY94" fmla="*/ 127983 h 148286"/>
                    <a:gd name="csX95" fmla="*/ 30092 w 158438"/>
                    <a:gd name="csY95" fmla="*/ 129071 h 148286"/>
                    <a:gd name="csX96" fmla="*/ 29730 w 158438"/>
                    <a:gd name="csY96" fmla="*/ 130521 h 148286"/>
                    <a:gd name="csX97" fmla="*/ 29367 w 158438"/>
                    <a:gd name="csY97" fmla="*/ 131609 h 148286"/>
                    <a:gd name="csX98" fmla="*/ 29005 w 158438"/>
                    <a:gd name="csY98" fmla="*/ 132697 h 148286"/>
                    <a:gd name="csX99" fmla="*/ 28642 w 158438"/>
                    <a:gd name="csY99" fmla="*/ 133784 h 148286"/>
                    <a:gd name="csX100" fmla="*/ 28280 w 158438"/>
                    <a:gd name="csY100" fmla="*/ 134872 h 148286"/>
                    <a:gd name="csX101" fmla="*/ 27192 w 158438"/>
                    <a:gd name="csY101" fmla="*/ 136685 h 148286"/>
                    <a:gd name="csX102" fmla="*/ 27192 w 158438"/>
                    <a:gd name="csY102" fmla="*/ 137410 h 148286"/>
                    <a:gd name="csX103" fmla="*/ 24654 w 158438"/>
                    <a:gd name="csY103" fmla="*/ 142486 h 148286"/>
                    <a:gd name="csX104" fmla="*/ 23929 w 158438"/>
                    <a:gd name="csY104" fmla="*/ 143211 h 148286"/>
                    <a:gd name="csX105" fmla="*/ 23566 w 158438"/>
                    <a:gd name="csY105" fmla="*/ 144299 h 148286"/>
                    <a:gd name="csX106" fmla="*/ 22841 w 158438"/>
                    <a:gd name="csY106" fmla="*/ 145024 h 148286"/>
                    <a:gd name="csX107" fmla="*/ 22479 w 158438"/>
                    <a:gd name="csY107" fmla="*/ 146111 h 148286"/>
                    <a:gd name="csX108" fmla="*/ 21754 w 158438"/>
                    <a:gd name="csY108" fmla="*/ 146836 h 148286"/>
                    <a:gd name="csX109" fmla="*/ 21028 w 158438"/>
                    <a:gd name="csY109" fmla="*/ 148287 h 148286"/>
                    <a:gd name="csX110" fmla="*/ 21754 w 158438"/>
                    <a:gd name="csY110" fmla="*/ 148287 h 148286"/>
                    <a:gd name="csX111" fmla="*/ 23929 w 158438"/>
                    <a:gd name="csY111" fmla="*/ 147924 h 148286"/>
                    <a:gd name="csX112" fmla="*/ 25742 w 158438"/>
                    <a:gd name="csY112" fmla="*/ 147562 h 148286"/>
                    <a:gd name="csX113" fmla="*/ 27192 w 158438"/>
                    <a:gd name="csY113" fmla="*/ 147199 h 148286"/>
                    <a:gd name="csX114" fmla="*/ 28642 w 158438"/>
                    <a:gd name="csY114" fmla="*/ 146836 h 148286"/>
                    <a:gd name="csX115" fmla="*/ 29730 w 158438"/>
                    <a:gd name="csY115" fmla="*/ 146474 h 148286"/>
                    <a:gd name="csX116" fmla="*/ 30818 w 158438"/>
                    <a:gd name="csY116" fmla="*/ 146111 h 148286"/>
                    <a:gd name="csX117" fmla="*/ 31905 w 158438"/>
                    <a:gd name="csY117" fmla="*/ 145749 h 148286"/>
                    <a:gd name="csX118" fmla="*/ 32993 w 158438"/>
                    <a:gd name="csY118" fmla="*/ 145386 h 148286"/>
                    <a:gd name="csX119" fmla="*/ 34081 w 158438"/>
                    <a:gd name="csY119" fmla="*/ 145024 h 148286"/>
                    <a:gd name="csX120" fmla="*/ 35168 w 158438"/>
                    <a:gd name="csY120" fmla="*/ 144299 h 148286"/>
                    <a:gd name="csX121" fmla="*/ 35893 w 158438"/>
                    <a:gd name="csY121" fmla="*/ 144299 h 148286"/>
                    <a:gd name="csX122" fmla="*/ 36981 w 158438"/>
                    <a:gd name="csY122" fmla="*/ 143573 h 148286"/>
                    <a:gd name="csX123" fmla="*/ 37706 w 158438"/>
                    <a:gd name="csY123" fmla="*/ 143573 h 148286"/>
                    <a:gd name="csX124" fmla="*/ 44232 w 158438"/>
                    <a:gd name="csY124" fmla="*/ 140310 h 148286"/>
                    <a:gd name="csX125" fmla="*/ 44957 w 158438"/>
                    <a:gd name="csY125" fmla="*/ 139585 h 148286"/>
                    <a:gd name="csX126" fmla="*/ 46045 w 158438"/>
                    <a:gd name="csY126" fmla="*/ 139223 h 148286"/>
                    <a:gd name="csX127" fmla="*/ 46770 w 158438"/>
                    <a:gd name="csY127" fmla="*/ 138498 h 148286"/>
                    <a:gd name="csX128" fmla="*/ 47858 w 158438"/>
                    <a:gd name="csY128" fmla="*/ 138135 h 148286"/>
                    <a:gd name="csX129" fmla="*/ 48583 w 158438"/>
                    <a:gd name="csY129" fmla="*/ 137410 h 148286"/>
                    <a:gd name="csX130" fmla="*/ 49671 w 158438"/>
                    <a:gd name="csY130" fmla="*/ 137047 h 148286"/>
                    <a:gd name="csX131" fmla="*/ 51121 w 158438"/>
                    <a:gd name="csY131" fmla="*/ 135960 h 148286"/>
                    <a:gd name="csX132" fmla="*/ 52209 w 158438"/>
                    <a:gd name="csY132" fmla="*/ 135235 h 148286"/>
                    <a:gd name="csX133" fmla="*/ 53296 w 158438"/>
                    <a:gd name="csY133" fmla="*/ 134509 h 148286"/>
                    <a:gd name="csX134" fmla="*/ 54384 w 158438"/>
                    <a:gd name="csY134" fmla="*/ 133784 h 148286"/>
                    <a:gd name="csX135" fmla="*/ 55834 w 158438"/>
                    <a:gd name="csY135" fmla="*/ 132697 h 148286"/>
                    <a:gd name="csX136" fmla="*/ 57647 w 158438"/>
                    <a:gd name="csY136" fmla="*/ 130884 h 148286"/>
                    <a:gd name="csX137" fmla="*/ 60185 w 158438"/>
                    <a:gd name="csY137" fmla="*/ 128709 h 148286"/>
                    <a:gd name="csX138" fmla="*/ 61273 w 158438"/>
                    <a:gd name="csY138" fmla="*/ 127983 h 148286"/>
                    <a:gd name="csX139" fmla="*/ 61998 w 158438"/>
                    <a:gd name="csY139" fmla="*/ 127983 h 148286"/>
                    <a:gd name="csX140" fmla="*/ 64173 w 158438"/>
                    <a:gd name="csY140" fmla="*/ 128709 h 148286"/>
                    <a:gd name="csX141" fmla="*/ 66711 w 158438"/>
                    <a:gd name="csY141" fmla="*/ 129071 h 148286"/>
                    <a:gd name="csX142" fmla="*/ 69611 w 158438"/>
                    <a:gd name="csY142" fmla="*/ 129434 h 148286"/>
                    <a:gd name="csX143" fmla="*/ 74687 w 158438"/>
                    <a:gd name="csY143" fmla="*/ 129796 h 148286"/>
                    <a:gd name="csX144" fmla="*/ 84114 w 158438"/>
                    <a:gd name="csY144" fmla="*/ 129796 h 148286"/>
                    <a:gd name="csX145" fmla="*/ 88827 w 158438"/>
                    <a:gd name="csY145" fmla="*/ 129434 h 148286"/>
                    <a:gd name="csX146" fmla="*/ 92090 w 158438"/>
                    <a:gd name="csY146" fmla="*/ 129071 h 148286"/>
                    <a:gd name="csX147" fmla="*/ 94628 w 158438"/>
                    <a:gd name="csY147" fmla="*/ 128709 h 148286"/>
                    <a:gd name="csX148" fmla="*/ 96441 w 158438"/>
                    <a:gd name="csY148" fmla="*/ 128346 h 148286"/>
                    <a:gd name="csX149" fmla="*/ 98254 w 158438"/>
                    <a:gd name="csY149" fmla="*/ 127983 h 148286"/>
                    <a:gd name="csX150" fmla="*/ 100066 w 158438"/>
                    <a:gd name="csY150" fmla="*/ 127621 h 148286"/>
                    <a:gd name="csX151" fmla="*/ 101517 w 158438"/>
                    <a:gd name="csY151" fmla="*/ 127258 h 148286"/>
                    <a:gd name="csX152" fmla="*/ 102967 w 158438"/>
                    <a:gd name="csY152" fmla="*/ 126896 h 148286"/>
                    <a:gd name="csX153" fmla="*/ 104417 w 158438"/>
                    <a:gd name="csY153" fmla="*/ 126533 h 148286"/>
                    <a:gd name="csX154" fmla="*/ 105867 w 158438"/>
                    <a:gd name="csY154" fmla="*/ 126171 h 148286"/>
                    <a:gd name="csX155" fmla="*/ 106955 w 158438"/>
                    <a:gd name="csY155" fmla="*/ 125808 h 148286"/>
                    <a:gd name="csX156" fmla="*/ 108043 w 158438"/>
                    <a:gd name="csY156" fmla="*/ 125445 h 148286"/>
                    <a:gd name="csX157" fmla="*/ 109130 w 158438"/>
                    <a:gd name="csY157" fmla="*/ 125083 h 148286"/>
                    <a:gd name="csX158" fmla="*/ 110218 w 158438"/>
                    <a:gd name="csY158" fmla="*/ 124720 h 148286"/>
                    <a:gd name="csX159" fmla="*/ 111306 w 158438"/>
                    <a:gd name="csY159" fmla="*/ 124358 h 148286"/>
                    <a:gd name="csX160" fmla="*/ 112393 w 158438"/>
                    <a:gd name="csY160" fmla="*/ 123633 h 148286"/>
                    <a:gd name="csX161" fmla="*/ 113118 w 158438"/>
                    <a:gd name="csY161" fmla="*/ 123633 h 148286"/>
                    <a:gd name="csX162" fmla="*/ 114206 w 158438"/>
                    <a:gd name="csY162" fmla="*/ 122908 h 148286"/>
                    <a:gd name="csX163" fmla="*/ 114931 w 158438"/>
                    <a:gd name="csY163" fmla="*/ 122908 h 148286"/>
                    <a:gd name="csX164" fmla="*/ 116744 w 158438"/>
                    <a:gd name="csY164" fmla="*/ 121820 h 148286"/>
                    <a:gd name="csX165" fmla="*/ 117469 w 158438"/>
                    <a:gd name="csY165" fmla="*/ 121820 h 148286"/>
                    <a:gd name="csX166" fmla="*/ 123270 w 158438"/>
                    <a:gd name="csY166" fmla="*/ 118919 h 148286"/>
                    <a:gd name="csX167" fmla="*/ 123995 w 158438"/>
                    <a:gd name="csY167" fmla="*/ 118194 h 148286"/>
                    <a:gd name="csX168" fmla="*/ 125083 w 158438"/>
                    <a:gd name="csY168" fmla="*/ 117832 h 148286"/>
                    <a:gd name="csX169" fmla="*/ 125808 w 158438"/>
                    <a:gd name="csY169" fmla="*/ 117107 h 148286"/>
                    <a:gd name="csX170" fmla="*/ 126896 w 158438"/>
                    <a:gd name="csY170" fmla="*/ 116744 h 148286"/>
                    <a:gd name="csX171" fmla="*/ 127983 w 158438"/>
                    <a:gd name="csY171" fmla="*/ 116019 h 148286"/>
                    <a:gd name="csX172" fmla="*/ 128709 w 158438"/>
                    <a:gd name="csY172" fmla="*/ 115294 h 148286"/>
                    <a:gd name="csX173" fmla="*/ 129796 w 158438"/>
                    <a:gd name="csY173" fmla="*/ 114931 h 148286"/>
                    <a:gd name="csX174" fmla="*/ 131246 w 158438"/>
                    <a:gd name="csY174" fmla="*/ 113844 h 148286"/>
                    <a:gd name="csX175" fmla="*/ 132334 w 158438"/>
                    <a:gd name="csY175" fmla="*/ 113118 h 148286"/>
                    <a:gd name="csX176" fmla="*/ 134147 w 158438"/>
                    <a:gd name="csY176" fmla="*/ 111668 h 148286"/>
                    <a:gd name="csX177" fmla="*/ 135960 w 158438"/>
                    <a:gd name="csY177" fmla="*/ 110218 h 148286"/>
                    <a:gd name="csX178" fmla="*/ 139223 w 158438"/>
                    <a:gd name="csY178" fmla="*/ 107318 h 148286"/>
                    <a:gd name="csX179" fmla="*/ 142123 w 158438"/>
                    <a:gd name="csY179" fmla="*/ 104417 h 148286"/>
                    <a:gd name="csX180" fmla="*/ 144661 w 158438"/>
                    <a:gd name="csY180" fmla="*/ 101517 h 148286"/>
                    <a:gd name="csX181" fmla="*/ 146111 w 158438"/>
                    <a:gd name="csY181" fmla="*/ 99704 h 148286"/>
                    <a:gd name="csX182" fmla="*/ 147199 w 158438"/>
                    <a:gd name="csY182" fmla="*/ 98254 h 148286"/>
                    <a:gd name="csX183" fmla="*/ 148287 w 158438"/>
                    <a:gd name="csY183" fmla="*/ 96803 h 148286"/>
                    <a:gd name="csX184" fmla="*/ 149012 w 158438"/>
                    <a:gd name="csY184" fmla="*/ 95716 h 148286"/>
                    <a:gd name="csX185" fmla="*/ 149374 w 158438"/>
                    <a:gd name="csY185" fmla="*/ 94628 h 148286"/>
                    <a:gd name="csX186" fmla="*/ 150100 w 158438"/>
                    <a:gd name="csY186" fmla="*/ 93903 h 148286"/>
                    <a:gd name="csX187" fmla="*/ 150825 w 158438"/>
                    <a:gd name="csY187" fmla="*/ 92815 h 148286"/>
                    <a:gd name="csX188" fmla="*/ 154450 w 158438"/>
                    <a:gd name="csY188" fmla="*/ 85564 h 148286"/>
                    <a:gd name="csX189" fmla="*/ 154813 w 158438"/>
                    <a:gd name="csY189" fmla="*/ 84476 h 148286"/>
                    <a:gd name="csX190" fmla="*/ 154813 w 158438"/>
                    <a:gd name="csY190" fmla="*/ 83751 h 148286"/>
                    <a:gd name="csX191" fmla="*/ 155538 w 158438"/>
                    <a:gd name="csY191" fmla="*/ 82664 h 148286"/>
                    <a:gd name="csX192" fmla="*/ 155900 w 158438"/>
                    <a:gd name="csY192" fmla="*/ 81576 h 148286"/>
                    <a:gd name="csX193" fmla="*/ 156263 w 158438"/>
                    <a:gd name="csY193" fmla="*/ 80488 h 148286"/>
                    <a:gd name="csX194" fmla="*/ 156626 w 158438"/>
                    <a:gd name="csY194" fmla="*/ 79038 h 148286"/>
                    <a:gd name="csX195" fmla="*/ 156988 w 158438"/>
                    <a:gd name="csY195" fmla="*/ 77588 h 148286"/>
                    <a:gd name="csX196" fmla="*/ 157351 w 158438"/>
                    <a:gd name="csY196" fmla="*/ 76137 h 148286"/>
                    <a:gd name="csX197" fmla="*/ 157713 w 158438"/>
                    <a:gd name="csY197" fmla="*/ 74687 h 148286"/>
                    <a:gd name="csX198" fmla="*/ 158076 w 158438"/>
                    <a:gd name="csY198" fmla="*/ 72512 h 148286"/>
                    <a:gd name="csX199" fmla="*/ 158438 w 158438"/>
                    <a:gd name="csY199" fmla="*/ 69249 h 148286"/>
                    <a:gd name="csX200" fmla="*/ 158438 w 158438"/>
                    <a:gd name="csY200" fmla="*/ 60185 h 148286"/>
                    <a:gd name="csX201" fmla="*/ 158076 w 158438"/>
                    <a:gd name="csY201" fmla="*/ 57284 h 148286"/>
                    <a:gd name="csX202" fmla="*/ 157713 w 158438"/>
                    <a:gd name="csY202" fmla="*/ 55109 h 148286"/>
                    <a:gd name="csX203" fmla="*/ 157351 w 158438"/>
                    <a:gd name="csY203" fmla="*/ 53296 h 148286"/>
                    <a:gd name="csX204" fmla="*/ 156988 w 158438"/>
                    <a:gd name="csY204" fmla="*/ 51846 h 148286"/>
                    <a:gd name="csX205" fmla="*/ 156626 w 158438"/>
                    <a:gd name="csY205" fmla="*/ 50396 h 148286"/>
                    <a:gd name="csX206" fmla="*/ 156263 w 158438"/>
                    <a:gd name="csY206" fmla="*/ 48945 h 148286"/>
                    <a:gd name="csX207" fmla="*/ 155900 w 158438"/>
                    <a:gd name="csY207" fmla="*/ 47858 h 148286"/>
                    <a:gd name="csX208" fmla="*/ 155538 w 158438"/>
                    <a:gd name="csY208" fmla="*/ 46770 h 148286"/>
                    <a:gd name="csX209" fmla="*/ 154813 w 158438"/>
                    <a:gd name="csY209" fmla="*/ 45682 h 148286"/>
                    <a:gd name="csX210" fmla="*/ 154813 w 158438"/>
                    <a:gd name="csY210" fmla="*/ 44957 h 148286"/>
                    <a:gd name="csX211" fmla="*/ 154088 w 158438"/>
                    <a:gd name="csY211" fmla="*/ 43870 h 148286"/>
                    <a:gd name="csX212" fmla="*/ 154088 w 158438"/>
                    <a:gd name="csY212" fmla="*/ 43145 h 148286"/>
                    <a:gd name="csX213" fmla="*/ 150825 w 158438"/>
                    <a:gd name="csY213" fmla="*/ 36618 h 148286"/>
                    <a:gd name="csX214" fmla="*/ 150100 w 158438"/>
                    <a:gd name="csY214" fmla="*/ 35893 h 148286"/>
                    <a:gd name="csX215" fmla="*/ 149737 w 158438"/>
                    <a:gd name="csY215" fmla="*/ 34806 h 148286"/>
                    <a:gd name="csX216" fmla="*/ 149012 w 158438"/>
                    <a:gd name="csY216" fmla="*/ 33718 h 148286"/>
                    <a:gd name="csX217" fmla="*/ 148287 w 158438"/>
                    <a:gd name="csY217" fmla="*/ 32630 h 148286"/>
                    <a:gd name="csX218" fmla="*/ 147199 w 158438"/>
                    <a:gd name="csY218" fmla="*/ 31180 h 148286"/>
                    <a:gd name="csX219" fmla="*/ 146474 w 158438"/>
                    <a:gd name="csY219" fmla="*/ 30092 h 148286"/>
                    <a:gd name="csX220" fmla="*/ 144661 w 158438"/>
                    <a:gd name="csY220" fmla="*/ 27917 h 148286"/>
                    <a:gd name="csX221" fmla="*/ 142123 w 158438"/>
                    <a:gd name="csY221" fmla="*/ 25017 h 148286"/>
                    <a:gd name="csX222" fmla="*/ 138860 w 158438"/>
                    <a:gd name="csY222" fmla="*/ 21754 h 148286"/>
                    <a:gd name="csX223" fmla="*/ 135960 w 158438"/>
                    <a:gd name="csY223" fmla="*/ 19216 h 148286"/>
                    <a:gd name="csX224" fmla="*/ 134147 w 158438"/>
                    <a:gd name="csY224" fmla="*/ 17765 h 148286"/>
                    <a:gd name="csX225" fmla="*/ 132697 w 158438"/>
                    <a:gd name="csY225" fmla="*/ 16678 h 148286"/>
                    <a:gd name="csX226" fmla="*/ 131246 w 158438"/>
                    <a:gd name="csY226" fmla="*/ 15590 h 148286"/>
                    <a:gd name="csX227" fmla="*/ 130159 w 158438"/>
                    <a:gd name="csY227" fmla="*/ 14865 h 148286"/>
                    <a:gd name="csX228" fmla="*/ 129071 w 158438"/>
                    <a:gd name="csY228" fmla="*/ 14140 h 148286"/>
                    <a:gd name="csX229" fmla="*/ 127983 w 158438"/>
                    <a:gd name="csY229" fmla="*/ 13415 h 148286"/>
                    <a:gd name="csX230" fmla="*/ 126896 w 158438"/>
                    <a:gd name="csY230" fmla="*/ 12690 h 148286"/>
                    <a:gd name="csX231" fmla="*/ 125808 w 158438"/>
                    <a:gd name="csY231" fmla="*/ 12327 h 148286"/>
                    <a:gd name="csX232" fmla="*/ 125083 w 158438"/>
                    <a:gd name="csY232" fmla="*/ 11602 h 148286"/>
                    <a:gd name="csX233" fmla="*/ 122545 w 158438"/>
                    <a:gd name="csY233" fmla="*/ 10514 h 148286"/>
                    <a:gd name="csX234" fmla="*/ 121820 w 158438"/>
                    <a:gd name="csY234" fmla="*/ 9789 h 148286"/>
                    <a:gd name="csX235" fmla="*/ 118919 w 158438"/>
                    <a:gd name="csY235" fmla="*/ 8339 h 148286"/>
                    <a:gd name="csX236" fmla="*/ 118194 w 158438"/>
                    <a:gd name="csY236" fmla="*/ 8339 h 148286"/>
                    <a:gd name="csX237" fmla="*/ 115656 w 158438"/>
                    <a:gd name="csY237" fmla="*/ 6889 h 148286"/>
                    <a:gd name="csX238" fmla="*/ 114931 w 158438"/>
                    <a:gd name="csY238" fmla="*/ 6889 h 148286"/>
                    <a:gd name="csX239" fmla="*/ 113844 w 158438"/>
                    <a:gd name="csY239" fmla="*/ 6164 h 148286"/>
                    <a:gd name="csX240" fmla="*/ 113118 w 158438"/>
                    <a:gd name="csY240" fmla="*/ 6164 h 148286"/>
                    <a:gd name="csX241" fmla="*/ 112031 w 158438"/>
                    <a:gd name="csY241" fmla="*/ 5438 h 148286"/>
                    <a:gd name="csX242" fmla="*/ 110943 w 158438"/>
                    <a:gd name="csY242" fmla="*/ 5076 h 148286"/>
                    <a:gd name="csX243" fmla="*/ 109855 w 158438"/>
                    <a:gd name="csY243" fmla="*/ 4713 h 148286"/>
                    <a:gd name="csX244" fmla="*/ 108768 w 158438"/>
                    <a:gd name="csY244" fmla="*/ 4351 h 148286"/>
                    <a:gd name="csX245" fmla="*/ 107680 w 158438"/>
                    <a:gd name="csY245" fmla="*/ 3988 h 148286"/>
                    <a:gd name="csX246" fmla="*/ 106592 w 158438"/>
                    <a:gd name="csY246" fmla="*/ 3626 h 148286"/>
                    <a:gd name="csX247" fmla="*/ 105505 w 158438"/>
                    <a:gd name="csY247" fmla="*/ 3263 h 148286"/>
                    <a:gd name="csX248" fmla="*/ 104054 w 158438"/>
                    <a:gd name="csY248" fmla="*/ 2900 h 148286"/>
                    <a:gd name="csX249" fmla="*/ 102604 w 158438"/>
                    <a:gd name="csY249" fmla="*/ 2538 h 148286"/>
                    <a:gd name="csX250" fmla="*/ 101154 w 158438"/>
                    <a:gd name="csY250" fmla="*/ 2175 h 148286"/>
                    <a:gd name="csX251" fmla="*/ 99704 w 158438"/>
                    <a:gd name="csY251" fmla="*/ 1813 h 148286"/>
                    <a:gd name="csX252" fmla="*/ 97891 w 158438"/>
                    <a:gd name="csY252" fmla="*/ 1450 h 148286"/>
                    <a:gd name="csX253" fmla="*/ 96078 w 158438"/>
                    <a:gd name="csY253" fmla="*/ 1088 h 148286"/>
                    <a:gd name="csX254" fmla="*/ 93903 w 158438"/>
                    <a:gd name="csY254" fmla="*/ 725 h 148286"/>
                    <a:gd name="csX255" fmla="*/ 91002 w 158438"/>
                    <a:gd name="csY255" fmla="*/ 363 h 148286"/>
                    <a:gd name="csX256" fmla="*/ 87739 w 158438"/>
                    <a:gd name="csY256" fmla="*/ 0 h 1482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  <a:cxn ang="0">
                      <a:pos x="csX191" y="csY191"/>
                    </a:cxn>
                    <a:cxn ang="0">
                      <a:pos x="csX192" y="csY192"/>
                    </a:cxn>
                    <a:cxn ang="0">
                      <a:pos x="csX193" y="csY193"/>
                    </a:cxn>
                    <a:cxn ang="0">
                      <a:pos x="csX194" y="csY194"/>
                    </a:cxn>
                    <a:cxn ang="0">
                      <a:pos x="csX195" y="csY195"/>
                    </a:cxn>
                    <a:cxn ang="0">
                      <a:pos x="csX196" y="csY196"/>
                    </a:cxn>
                    <a:cxn ang="0">
                      <a:pos x="csX197" y="csY197"/>
                    </a:cxn>
                    <a:cxn ang="0">
                      <a:pos x="csX198" y="csY198"/>
                    </a:cxn>
                    <a:cxn ang="0">
                      <a:pos x="csX199" y="csY199"/>
                    </a:cxn>
                    <a:cxn ang="0">
                      <a:pos x="csX200" y="csY200"/>
                    </a:cxn>
                    <a:cxn ang="0">
                      <a:pos x="csX201" y="csY201"/>
                    </a:cxn>
                    <a:cxn ang="0">
                      <a:pos x="csX202" y="csY202"/>
                    </a:cxn>
                    <a:cxn ang="0">
                      <a:pos x="csX203" y="csY203"/>
                    </a:cxn>
                    <a:cxn ang="0">
                      <a:pos x="csX204" y="csY204"/>
                    </a:cxn>
                    <a:cxn ang="0">
                      <a:pos x="csX205" y="csY205"/>
                    </a:cxn>
                    <a:cxn ang="0">
                      <a:pos x="csX206" y="csY206"/>
                    </a:cxn>
                    <a:cxn ang="0">
                      <a:pos x="csX207" y="csY207"/>
                    </a:cxn>
                    <a:cxn ang="0">
                      <a:pos x="csX208" y="csY208"/>
                    </a:cxn>
                    <a:cxn ang="0">
                      <a:pos x="csX209" y="csY209"/>
                    </a:cxn>
                    <a:cxn ang="0">
                      <a:pos x="csX210" y="csY210"/>
                    </a:cxn>
                    <a:cxn ang="0">
                      <a:pos x="csX211" y="csY211"/>
                    </a:cxn>
                    <a:cxn ang="0">
                      <a:pos x="csX212" y="csY212"/>
                    </a:cxn>
                    <a:cxn ang="0">
                      <a:pos x="csX213" y="csY213"/>
                    </a:cxn>
                    <a:cxn ang="0">
                      <a:pos x="csX214" y="csY214"/>
                    </a:cxn>
                    <a:cxn ang="0">
                      <a:pos x="csX215" y="csY215"/>
                    </a:cxn>
                    <a:cxn ang="0">
                      <a:pos x="csX216" y="csY216"/>
                    </a:cxn>
                    <a:cxn ang="0">
                      <a:pos x="csX217" y="csY217"/>
                    </a:cxn>
                    <a:cxn ang="0">
                      <a:pos x="csX218" y="csY218"/>
                    </a:cxn>
                    <a:cxn ang="0">
                      <a:pos x="csX219" y="csY219"/>
                    </a:cxn>
                    <a:cxn ang="0">
                      <a:pos x="csX220" y="csY220"/>
                    </a:cxn>
                    <a:cxn ang="0">
                      <a:pos x="csX221" y="csY221"/>
                    </a:cxn>
                    <a:cxn ang="0">
                      <a:pos x="csX222" y="csY222"/>
                    </a:cxn>
                    <a:cxn ang="0">
                      <a:pos x="csX223" y="csY223"/>
                    </a:cxn>
                    <a:cxn ang="0">
                      <a:pos x="csX224" y="csY224"/>
                    </a:cxn>
                    <a:cxn ang="0">
                      <a:pos x="csX225" y="csY225"/>
                    </a:cxn>
                    <a:cxn ang="0">
                      <a:pos x="csX226" y="csY226"/>
                    </a:cxn>
                    <a:cxn ang="0">
                      <a:pos x="csX227" y="csY227"/>
                    </a:cxn>
                    <a:cxn ang="0">
                      <a:pos x="csX228" y="csY228"/>
                    </a:cxn>
                    <a:cxn ang="0">
                      <a:pos x="csX229" y="csY229"/>
                    </a:cxn>
                    <a:cxn ang="0">
                      <a:pos x="csX230" y="csY230"/>
                    </a:cxn>
                    <a:cxn ang="0">
                      <a:pos x="csX231" y="csY231"/>
                    </a:cxn>
                    <a:cxn ang="0">
                      <a:pos x="csX232" y="csY232"/>
                    </a:cxn>
                    <a:cxn ang="0">
                      <a:pos x="csX233" y="csY233"/>
                    </a:cxn>
                    <a:cxn ang="0">
                      <a:pos x="csX234" y="csY234"/>
                    </a:cxn>
                    <a:cxn ang="0">
                      <a:pos x="csX235" y="csY235"/>
                    </a:cxn>
                    <a:cxn ang="0">
                      <a:pos x="csX236" y="csY236"/>
                    </a:cxn>
                    <a:cxn ang="0">
                      <a:pos x="csX237" y="csY237"/>
                    </a:cxn>
                    <a:cxn ang="0">
                      <a:pos x="csX238" y="csY238"/>
                    </a:cxn>
                    <a:cxn ang="0">
                      <a:pos x="csX239" y="csY239"/>
                    </a:cxn>
                    <a:cxn ang="0">
                      <a:pos x="csX240" y="csY240"/>
                    </a:cxn>
                    <a:cxn ang="0">
                      <a:pos x="csX241" y="csY241"/>
                    </a:cxn>
                    <a:cxn ang="0">
                      <a:pos x="csX242" y="csY242"/>
                    </a:cxn>
                    <a:cxn ang="0">
                      <a:pos x="csX243" y="csY243"/>
                    </a:cxn>
                    <a:cxn ang="0">
                      <a:pos x="csX244" y="csY244"/>
                    </a:cxn>
                    <a:cxn ang="0">
                      <a:pos x="csX245" y="csY245"/>
                    </a:cxn>
                    <a:cxn ang="0">
                      <a:pos x="csX246" y="csY246"/>
                    </a:cxn>
                    <a:cxn ang="0">
                      <a:pos x="csX247" y="csY247"/>
                    </a:cxn>
                    <a:cxn ang="0">
                      <a:pos x="csX248" y="csY248"/>
                    </a:cxn>
                    <a:cxn ang="0">
                      <a:pos x="csX249" y="csY249"/>
                    </a:cxn>
                    <a:cxn ang="0">
                      <a:pos x="csX250" y="csY250"/>
                    </a:cxn>
                    <a:cxn ang="0">
                      <a:pos x="csX251" y="csY251"/>
                    </a:cxn>
                    <a:cxn ang="0">
                      <a:pos x="csX252" y="csY252"/>
                    </a:cxn>
                    <a:cxn ang="0">
                      <a:pos x="csX253" y="csY253"/>
                    </a:cxn>
                    <a:cxn ang="0">
                      <a:pos x="csX254" y="csY254"/>
                    </a:cxn>
                    <a:cxn ang="0">
                      <a:pos x="csX255" y="csY255"/>
                    </a:cxn>
                    <a:cxn ang="0">
                      <a:pos x="csX256" y="csY256"/>
                    </a:cxn>
                  </a:cxnLst>
                  <a:rect l="l" t="t" r="r" b="b"/>
                  <a:pathLst>
                    <a:path w="158438" h="148286">
                      <a:moveTo>
                        <a:pt x="70699" y="0"/>
                      </a:moveTo>
                      <a:lnTo>
                        <a:pt x="67436" y="363"/>
                      </a:lnTo>
                      <a:lnTo>
                        <a:pt x="64898" y="725"/>
                      </a:lnTo>
                      <a:lnTo>
                        <a:pt x="62723" y="1088"/>
                      </a:lnTo>
                      <a:lnTo>
                        <a:pt x="60910" y="1450"/>
                      </a:lnTo>
                      <a:lnTo>
                        <a:pt x="58735" y="1813"/>
                      </a:lnTo>
                      <a:lnTo>
                        <a:pt x="57284" y="2175"/>
                      </a:lnTo>
                      <a:lnTo>
                        <a:pt x="55834" y="2538"/>
                      </a:lnTo>
                      <a:lnTo>
                        <a:pt x="54384" y="2900"/>
                      </a:lnTo>
                      <a:lnTo>
                        <a:pt x="53296" y="3263"/>
                      </a:lnTo>
                      <a:lnTo>
                        <a:pt x="51846" y="3626"/>
                      </a:lnTo>
                      <a:lnTo>
                        <a:pt x="50758" y="3988"/>
                      </a:lnTo>
                      <a:lnTo>
                        <a:pt x="49671" y="4351"/>
                      </a:lnTo>
                      <a:lnTo>
                        <a:pt x="48583" y="4713"/>
                      </a:lnTo>
                      <a:lnTo>
                        <a:pt x="47495" y="5076"/>
                      </a:lnTo>
                      <a:lnTo>
                        <a:pt x="46408" y="5801"/>
                      </a:lnTo>
                      <a:lnTo>
                        <a:pt x="45682" y="5801"/>
                      </a:lnTo>
                      <a:lnTo>
                        <a:pt x="44595" y="6164"/>
                      </a:lnTo>
                      <a:lnTo>
                        <a:pt x="43507" y="6889"/>
                      </a:lnTo>
                      <a:lnTo>
                        <a:pt x="42782" y="6889"/>
                      </a:lnTo>
                      <a:lnTo>
                        <a:pt x="34806" y="10877"/>
                      </a:lnTo>
                      <a:lnTo>
                        <a:pt x="34081" y="11602"/>
                      </a:lnTo>
                      <a:lnTo>
                        <a:pt x="32993" y="11964"/>
                      </a:lnTo>
                      <a:lnTo>
                        <a:pt x="32268" y="12690"/>
                      </a:lnTo>
                      <a:lnTo>
                        <a:pt x="31180" y="13052"/>
                      </a:lnTo>
                      <a:lnTo>
                        <a:pt x="30092" y="13777"/>
                      </a:lnTo>
                      <a:lnTo>
                        <a:pt x="29005" y="14502"/>
                      </a:lnTo>
                      <a:lnTo>
                        <a:pt x="27917" y="15227"/>
                      </a:lnTo>
                      <a:lnTo>
                        <a:pt x="26829" y="15953"/>
                      </a:lnTo>
                      <a:lnTo>
                        <a:pt x="25379" y="17040"/>
                      </a:lnTo>
                      <a:lnTo>
                        <a:pt x="23566" y="18491"/>
                      </a:lnTo>
                      <a:lnTo>
                        <a:pt x="21754" y="19941"/>
                      </a:lnTo>
                      <a:lnTo>
                        <a:pt x="14502" y="27192"/>
                      </a:lnTo>
                      <a:lnTo>
                        <a:pt x="13052" y="29005"/>
                      </a:lnTo>
                      <a:lnTo>
                        <a:pt x="11602" y="30818"/>
                      </a:lnTo>
                      <a:lnTo>
                        <a:pt x="10877" y="31905"/>
                      </a:lnTo>
                      <a:lnTo>
                        <a:pt x="9789" y="33355"/>
                      </a:lnTo>
                      <a:lnTo>
                        <a:pt x="9427" y="34443"/>
                      </a:lnTo>
                      <a:lnTo>
                        <a:pt x="8701" y="35168"/>
                      </a:lnTo>
                      <a:lnTo>
                        <a:pt x="7976" y="36256"/>
                      </a:lnTo>
                      <a:lnTo>
                        <a:pt x="7251" y="38069"/>
                      </a:lnTo>
                      <a:lnTo>
                        <a:pt x="6526" y="38794"/>
                      </a:lnTo>
                      <a:lnTo>
                        <a:pt x="5076" y="41694"/>
                      </a:lnTo>
                      <a:lnTo>
                        <a:pt x="5076" y="42419"/>
                      </a:lnTo>
                      <a:lnTo>
                        <a:pt x="3988" y="44232"/>
                      </a:lnTo>
                      <a:lnTo>
                        <a:pt x="3988" y="44957"/>
                      </a:lnTo>
                      <a:lnTo>
                        <a:pt x="3263" y="46045"/>
                      </a:lnTo>
                      <a:lnTo>
                        <a:pt x="2900" y="47133"/>
                      </a:lnTo>
                      <a:lnTo>
                        <a:pt x="2538" y="48220"/>
                      </a:lnTo>
                      <a:lnTo>
                        <a:pt x="2175" y="49671"/>
                      </a:lnTo>
                      <a:lnTo>
                        <a:pt x="1813" y="50758"/>
                      </a:lnTo>
                      <a:lnTo>
                        <a:pt x="1450" y="52209"/>
                      </a:lnTo>
                      <a:lnTo>
                        <a:pt x="1088" y="54021"/>
                      </a:lnTo>
                      <a:lnTo>
                        <a:pt x="725" y="55834"/>
                      </a:lnTo>
                      <a:lnTo>
                        <a:pt x="363" y="58372"/>
                      </a:lnTo>
                      <a:lnTo>
                        <a:pt x="0" y="62723"/>
                      </a:lnTo>
                      <a:lnTo>
                        <a:pt x="0" y="67073"/>
                      </a:lnTo>
                      <a:lnTo>
                        <a:pt x="363" y="71424"/>
                      </a:lnTo>
                      <a:lnTo>
                        <a:pt x="725" y="73600"/>
                      </a:lnTo>
                      <a:lnTo>
                        <a:pt x="1088" y="75412"/>
                      </a:lnTo>
                      <a:lnTo>
                        <a:pt x="1450" y="77225"/>
                      </a:lnTo>
                      <a:lnTo>
                        <a:pt x="1813" y="78675"/>
                      </a:lnTo>
                      <a:lnTo>
                        <a:pt x="2175" y="79763"/>
                      </a:lnTo>
                      <a:lnTo>
                        <a:pt x="2538" y="81213"/>
                      </a:lnTo>
                      <a:lnTo>
                        <a:pt x="2900" y="82301"/>
                      </a:lnTo>
                      <a:lnTo>
                        <a:pt x="3626" y="83389"/>
                      </a:lnTo>
                      <a:lnTo>
                        <a:pt x="3626" y="84114"/>
                      </a:lnTo>
                      <a:lnTo>
                        <a:pt x="3988" y="85201"/>
                      </a:lnTo>
                      <a:lnTo>
                        <a:pt x="5801" y="88464"/>
                      </a:lnTo>
                      <a:lnTo>
                        <a:pt x="5801" y="89190"/>
                      </a:lnTo>
                      <a:lnTo>
                        <a:pt x="6164" y="89915"/>
                      </a:lnTo>
                      <a:lnTo>
                        <a:pt x="6889" y="90640"/>
                      </a:lnTo>
                      <a:lnTo>
                        <a:pt x="7976" y="93178"/>
                      </a:lnTo>
                      <a:lnTo>
                        <a:pt x="8701" y="93903"/>
                      </a:lnTo>
                      <a:lnTo>
                        <a:pt x="9064" y="94991"/>
                      </a:lnTo>
                      <a:lnTo>
                        <a:pt x="10152" y="96441"/>
                      </a:lnTo>
                      <a:lnTo>
                        <a:pt x="10877" y="97528"/>
                      </a:lnTo>
                      <a:lnTo>
                        <a:pt x="11964" y="98979"/>
                      </a:lnTo>
                      <a:lnTo>
                        <a:pt x="13052" y="100429"/>
                      </a:lnTo>
                      <a:lnTo>
                        <a:pt x="14502" y="102242"/>
                      </a:lnTo>
                      <a:lnTo>
                        <a:pt x="21754" y="109493"/>
                      </a:lnTo>
                      <a:lnTo>
                        <a:pt x="23566" y="110943"/>
                      </a:lnTo>
                      <a:lnTo>
                        <a:pt x="25379" y="112393"/>
                      </a:lnTo>
                      <a:lnTo>
                        <a:pt x="26829" y="113481"/>
                      </a:lnTo>
                      <a:lnTo>
                        <a:pt x="28280" y="114569"/>
                      </a:lnTo>
                      <a:lnTo>
                        <a:pt x="29367" y="115294"/>
                      </a:lnTo>
                      <a:lnTo>
                        <a:pt x="30455" y="115656"/>
                      </a:lnTo>
                      <a:lnTo>
                        <a:pt x="31543" y="116382"/>
                      </a:lnTo>
                      <a:lnTo>
                        <a:pt x="32268" y="117107"/>
                      </a:lnTo>
                      <a:lnTo>
                        <a:pt x="32268" y="118194"/>
                      </a:lnTo>
                      <a:lnTo>
                        <a:pt x="31905" y="121095"/>
                      </a:lnTo>
                      <a:lnTo>
                        <a:pt x="31543" y="123270"/>
                      </a:lnTo>
                      <a:lnTo>
                        <a:pt x="31180" y="125083"/>
                      </a:lnTo>
                      <a:lnTo>
                        <a:pt x="30818" y="126533"/>
                      </a:lnTo>
                      <a:lnTo>
                        <a:pt x="30455" y="127983"/>
                      </a:lnTo>
                      <a:lnTo>
                        <a:pt x="30092" y="129071"/>
                      </a:lnTo>
                      <a:lnTo>
                        <a:pt x="29730" y="130521"/>
                      </a:lnTo>
                      <a:lnTo>
                        <a:pt x="29367" y="131609"/>
                      </a:lnTo>
                      <a:lnTo>
                        <a:pt x="29005" y="132697"/>
                      </a:lnTo>
                      <a:lnTo>
                        <a:pt x="28642" y="133784"/>
                      </a:lnTo>
                      <a:lnTo>
                        <a:pt x="28280" y="134872"/>
                      </a:lnTo>
                      <a:lnTo>
                        <a:pt x="27192" y="136685"/>
                      </a:lnTo>
                      <a:lnTo>
                        <a:pt x="27192" y="137410"/>
                      </a:lnTo>
                      <a:lnTo>
                        <a:pt x="24654" y="142486"/>
                      </a:lnTo>
                      <a:lnTo>
                        <a:pt x="23929" y="143211"/>
                      </a:lnTo>
                      <a:lnTo>
                        <a:pt x="23566" y="144299"/>
                      </a:lnTo>
                      <a:lnTo>
                        <a:pt x="22841" y="145024"/>
                      </a:lnTo>
                      <a:lnTo>
                        <a:pt x="22479" y="146111"/>
                      </a:lnTo>
                      <a:lnTo>
                        <a:pt x="21754" y="146836"/>
                      </a:lnTo>
                      <a:lnTo>
                        <a:pt x="21028" y="148287"/>
                      </a:lnTo>
                      <a:lnTo>
                        <a:pt x="21754" y="148287"/>
                      </a:lnTo>
                      <a:lnTo>
                        <a:pt x="23929" y="147924"/>
                      </a:lnTo>
                      <a:lnTo>
                        <a:pt x="25742" y="147562"/>
                      </a:lnTo>
                      <a:lnTo>
                        <a:pt x="27192" y="147199"/>
                      </a:lnTo>
                      <a:lnTo>
                        <a:pt x="28642" y="146836"/>
                      </a:lnTo>
                      <a:lnTo>
                        <a:pt x="29730" y="146474"/>
                      </a:lnTo>
                      <a:lnTo>
                        <a:pt x="30818" y="146111"/>
                      </a:lnTo>
                      <a:lnTo>
                        <a:pt x="31905" y="145749"/>
                      </a:lnTo>
                      <a:lnTo>
                        <a:pt x="32993" y="145386"/>
                      </a:lnTo>
                      <a:lnTo>
                        <a:pt x="34081" y="145024"/>
                      </a:lnTo>
                      <a:lnTo>
                        <a:pt x="35168" y="144299"/>
                      </a:lnTo>
                      <a:lnTo>
                        <a:pt x="35893" y="144299"/>
                      </a:lnTo>
                      <a:lnTo>
                        <a:pt x="36981" y="143573"/>
                      </a:lnTo>
                      <a:lnTo>
                        <a:pt x="37706" y="143573"/>
                      </a:lnTo>
                      <a:lnTo>
                        <a:pt x="44232" y="140310"/>
                      </a:lnTo>
                      <a:lnTo>
                        <a:pt x="44957" y="139585"/>
                      </a:lnTo>
                      <a:lnTo>
                        <a:pt x="46045" y="139223"/>
                      </a:lnTo>
                      <a:lnTo>
                        <a:pt x="46770" y="138498"/>
                      </a:lnTo>
                      <a:lnTo>
                        <a:pt x="47858" y="138135"/>
                      </a:lnTo>
                      <a:lnTo>
                        <a:pt x="48583" y="137410"/>
                      </a:lnTo>
                      <a:lnTo>
                        <a:pt x="49671" y="137047"/>
                      </a:lnTo>
                      <a:lnTo>
                        <a:pt x="51121" y="135960"/>
                      </a:lnTo>
                      <a:lnTo>
                        <a:pt x="52209" y="135235"/>
                      </a:lnTo>
                      <a:lnTo>
                        <a:pt x="53296" y="134509"/>
                      </a:lnTo>
                      <a:lnTo>
                        <a:pt x="54384" y="133784"/>
                      </a:lnTo>
                      <a:lnTo>
                        <a:pt x="55834" y="132697"/>
                      </a:lnTo>
                      <a:lnTo>
                        <a:pt x="57647" y="130884"/>
                      </a:lnTo>
                      <a:lnTo>
                        <a:pt x="60185" y="128709"/>
                      </a:lnTo>
                      <a:lnTo>
                        <a:pt x="61273" y="127983"/>
                      </a:lnTo>
                      <a:lnTo>
                        <a:pt x="61998" y="127983"/>
                      </a:lnTo>
                      <a:lnTo>
                        <a:pt x="64173" y="128709"/>
                      </a:lnTo>
                      <a:lnTo>
                        <a:pt x="66711" y="129071"/>
                      </a:lnTo>
                      <a:lnTo>
                        <a:pt x="69611" y="129434"/>
                      </a:lnTo>
                      <a:lnTo>
                        <a:pt x="74687" y="129796"/>
                      </a:lnTo>
                      <a:lnTo>
                        <a:pt x="84114" y="129796"/>
                      </a:lnTo>
                      <a:lnTo>
                        <a:pt x="88827" y="129434"/>
                      </a:lnTo>
                      <a:lnTo>
                        <a:pt x="92090" y="129071"/>
                      </a:lnTo>
                      <a:lnTo>
                        <a:pt x="94628" y="128709"/>
                      </a:lnTo>
                      <a:lnTo>
                        <a:pt x="96441" y="128346"/>
                      </a:lnTo>
                      <a:lnTo>
                        <a:pt x="98254" y="127983"/>
                      </a:lnTo>
                      <a:lnTo>
                        <a:pt x="100066" y="127621"/>
                      </a:lnTo>
                      <a:lnTo>
                        <a:pt x="101517" y="127258"/>
                      </a:lnTo>
                      <a:lnTo>
                        <a:pt x="102967" y="126896"/>
                      </a:lnTo>
                      <a:lnTo>
                        <a:pt x="104417" y="126533"/>
                      </a:lnTo>
                      <a:lnTo>
                        <a:pt x="105867" y="126171"/>
                      </a:lnTo>
                      <a:lnTo>
                        <a:pt x="106955" y="125808"/>
                      </a:lnTo>
                      <a:lnTo>
                        <a:pt x="108043" y="125445"/>
                      </a:lnTo>
                      <a:lnTo>
                        <a:pt x="109130" y="125083"/>
                      </a:lnTo>
                      <a:lnTo>
                        <a:pt x="110218" y="124720"/>
                      </a:lnTo>
                      <a:lnTo>
                        <a:pt x="111306" y="124358"/>
                      </a:lnTo>
                      <a:lnTo>
                        <a:pt x="112393" y="123633"/>
                      </a:lnTo>
                      <a:lnTo>
                        <a:pt x="113118" y="123633"/>
                      </a:lnTo>
                      <a:lnTo>
                        <a:pt x="114206" y="122908"/>
                      </a:lnTo>
                      <a:lnTo>
                        <a:pt x="114931" y="122908"/>
                      </a:lnTo>
                      <a:lnTo>
                        <a:pt x="116744" y="121820"/>
                      </a:lnTo>
                      <a:lnTo>
                        <a:pt x="117469" y="121820"/>
                      </a:lnTo>
                      <a:lnTo>
                        <a:pt x="123270" y="118919"/>
                      </a:lnTo>
                      <a:lnTo>
                        <a:pt x="123995" y="118194"/>
                      </a:lnTo>
                      <a:lnTo>
                        <a:pt x="125083" y="117832"/>
                      </a:lnTo>
                      <a:lnTo>
                        <a:pt x="125808" y="117107"/>
                      </a:lnTo>
                      <a:lnTo>
                        <a:pt x="126896" y="116744"/>
                      </a:lnTo>
                      <a:lnTo>
                        <a:pt x="127983" y="116019"/>
                      </a:lnTo>
                      <a:lnTo>
                        <a:pt x="128709" y="115294"/>
                      </a:lnTo>
                      <a:lnTo>
                        <a:pt x="129796" y="114931"/>
                      </a:lnTo>
                      <a:lnTo>
                        <a:pt x="131246" y="113844"/>
                      </a:lnTo>
                      <a:lnTo>
                        <a:pt x="132334" y="113118"/>
                      </a:lnTo>
                      <a:lnTo>
                        <a:pt x="134147" y="111668"/>
                      </a:lnTo>
                      <a:lnTo>
                        <a:pt x="135960" y="110218"/>
                      </a:lnTo>
                      <a:lnTo>
                        <a:pt x="139223" y="107318"/>
                      </a:lnTo>
                      <a:lnTo>
                        <a:pt x="142123" y="104417"/>
                      </a:lnTo>
                      <a:lnTo>
                        <a:pt x="144661" y="101517"/>
                      </a:lnTo>
                      <a:lnTo>
                        <a:pt x="146111" y="99704"/>
                      </a:lnTo>
                      <a:lnTo>
                        <a:pt x="147199" y="98254"/>
                      </a:lnTo>
                      <a:lnTo>
                        <a:pt x="148287" y="96803"/>
                      </a:lnTo>
                      <a:lnTo>
                        <a:pt x="149012" y="95716"/>
                      </a:lnTo>
                      <a:lnTo>
                        <a:pt x="149374" y="94628"/>
                      </a:lnTo>
                      <a:lnTo>
                        <a:pt x="150100" y="93903"/>
                      </a:lnTo>
                      <a:lnTo>
                        <a:pt x="150825" y="92815"/>
                      </a:lnTo>
                      <a:lnTo>
                        <a:pt x="154450" y="85564"/>
                      </a:lnTo>
                      <a:lnTo>
                        <a:pt x="154813" y="84476"/>
                      </a:lnTo>
                      <a:lnTo>
                        <a:pt x="154813" y="83751"/>
                      </a:lnTo>
                      <a:lnTo>
                        <a:pt x="155538" y="82664"/>
                      </a:lnTo>
                      <a:lnTo>
                        <a:pt x="155900" y="81576"/>
                      </a:lnTo>
                      <a:lnTo>
                        <a:pt x="156263" y="80488"/>
                      </a:lnTo>
                      <a:lnTo>
                        <a:pt x="156626" y="79038"/>
                      </a:lnTo>
                      <a:lnTo>
                        <a:pt x="156988" y="77588"/>
                      </a:lnTo>
                      <a:lnTo>
                        <a:pt x="157351" y="76137"/>
                      </a:lnTo>
                      <a:lnTo>
                        <a:pt x="157713" y="74687"/>
                      </a:lnTo>
                      <a:lnTo>
                        <a:pt x="158076" y="72512"/>
                      </a:lnTo>
                      <a:lnTo>
                        <a:pt x="158438" y="69249"/>
                      </a:lnTo>
                      <a:lnTo>
                        <a:pt x="158438" y="60185"/>
                      </a:lnTo>
                      <a:lnTo>
                        <a:pt x="158076" y="57284"/>
                      </a:lnTo>
                      <a:lnTo>
                        <a:pt x="157713" y="55109"/>
                      </a:lnTo>
                      <a:lnTo>
                        <a:pt x="157351" y="53296"/>
                      </a:lnTo>
                      <a:lnTo>
                        <a:pt x="156988" y="51846"/>
                      </a:lnTo>
                      <a:lnTo>
                        <a:pt x="156626" y="50396"/>
                      </a:lnTo>
                      <a:lnTo>
                        <a:pt x="156263" y="48945"/>
                      </a:lnTo>
                      <a:lnTo>
                        <a:pt x="155900" y="47858"/>
                      </a:lnTo>
                      <a:lnTo>
                        <a:pt x="155538" y="46770"/>
                      </a:lnTo>
                      <a:lnTo>
                        <a:pt x="154813" y="45682"/>
                      </a:lnTo>
                      <a:lnTo>
                        <a:pt x="154813" y="44957"/>
                      </a:lnTo>
                      <a:lnTo>
                        <a:pt x="154088" y="43870"/>
                      </a:lnTo>
                      <a:lnTo>
                        <a:pt x="154088" y="43145"/>
                      </a:lnTo>
                      <a:lnTo>
                        <a:pt x="150825" y="36618"/>
                      </a:lnTo>
                      <a:lnTo>
                        <a:pt x="150100" y="35893"/>
                      </a:lnTo>
                      <a:lnTo>
                        <a:pt x="149737" y="34806"/>
                      </a:lnTo>
                      <a:lnTo>
                        <a:pt x="149012" y="33718"/>
                      </a:lnTo>
                      <a:lnTo>
                        <a:pt x="148287" y="32630"/>
                      </a:lnTo>
                      <a:lnTo>
                        <a:pt x="147199" y="31180"/>
                      </a:lnTo>
                      <a:lnTo>
                        <a:pt x="146474" y="30092"/>
                      </a:lnTo>
                      <a:lnTo>
                        <a:pt x="144661" y="27917"/>
                      </a:lnTo>
                      <a:lnTo>
                        <a:pt x="142123" y="25017"/>
                      </a:lnTo>
                      <a:lnTo>
                        <a:pt x="138860" y="21754"/>
                      </a:lnTo>
                      <a:lnTo>
                        <a:pt x="135960" y="19216"/>
                      </a:lnTo>
                      <a:lnTo>
                        <a:pt x="134147" y="17765"/>
                      </a:lnTo>
                      <a:lnTo>
                        <a:pt x="132697" y="16678"/>
                      </a:lnTo>
                      <a:lnTo>
                        <a:pt x="131246" y="15590"/>
                      </a:lnTo>
                      <a:lnTo>
                        <a:pt x="130159" y="14865"/>
                      </a:lnTo>
                      <a:lnTo>
                        <a:pt x="129071" y="14140"/>
                      </a:lnTo>
                      <a:lnTo>
                        <a:pt x="127983" y="13415"/>
                      </a:lnTo>
                      <a:lnTo>
                        <a:pt x="126896" y="12690"/>
                      </a:lnTo>
                      <a:lnTo>
                        <a:pt x="125808" y="12327"/>
                      </a:lnTo>
                      <a:lnTo>
                        <a:pt x="125083" y="11602"/>
                      </a:lnTo>
                      <a:lnTo>
                        <a:pt x="122545" y="10514"/>
                      </a:lnTo>
                      <a:lnTo>
                        <a:pt x="121820" y="9789"/>
                      </a:lnTo>
                      <a:lnTo>
                        <a:pt x="118919" y="8339"/>
                      </a:lnTo>
                      <a:lnTo>
                        <a:pt x="118194" y="8339"/>
                      </a:lnTo>
                      <a:lnTo>
                        <a:pt x="115656" y="6889"/>
                      </a:lnTo>
                      <a:lnTo>
                        <a:pt x="114931" y="6889"/>
                      </a:lnTo>
                      <a:lnTo>
                        <a:pt x="113844" y="6164"/>
                      </a:lnTo>
                      <a:lnTo>
                        <a:pt x="113118" y="6164"/>
                      </a:lnTo>
                      <a:lnTo>
                        <a:pt x="112031" y="5438"/>
                      </a:lnTo>
                      <a:lnTo>
                        <a:pt x="110943" y="5076"/>
                      </a:lnTo>
                      <a:lnTo>
                        <a:pt x="109855" y="4713"/>
                      </a:lnTo>
                      <a:lnTo>
                        <a:pt x="108768" y="4351"/>
                      </a:lnTo>
                      <a:lnTo>
                        <a:pt x="107680" y="3988"/>
                      </a:lnTo>
                      <a:lnTo>
                        <a:pt x="106592" y="3626"/>
                      </a:lnTo>
                      <a:lnTo>
                        <a:pt x="105505" y="3263"/>
                      </a:lnTo>
                      <a:lnTo>
                        <a:pt x="104054" y="2900"/>
                      </a:lnTo>
                      <a:lnTo>
                        <a:pt x="102604" y="2538"/>
                      </a:lnTo>
                      <a:lnTo>
                        <a:pt x="101154" y="2175"/>
                      </a:lnTo>
                      <a:lnTo>
                        <a:pt x="99704" y="1813"/>
                      </a:lnTo>
                      <a:lnTo>
                        <a:pt x="97891" y="1450"/>
                      </a:lnTo>
                      <a:lnTo>
                        <a:pt x="96078" y="1088"/>
                      </a:lnTo>
                      <a:lnTo>
                        <a:pt x="93903" y="725"/>
                      </a:lnTo>
                      <a:lnTo>
                        <a:pt x="91002" y="363"/>
                      </a:lnTo>
                      <a:lnTo>
                        <a:pt x="8773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5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3C260-9657-D5A1-275B-7843CF72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F475DC3-99FC-7FFE-F89D-CB1647B0C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D764D86-5838-D5D0-6BB0-26546E3AA43B}"/>
              </a:ext>
            </a:extLst>
          </p:cNvPr>
          <p:cNvSpPr/>
          <p:nvPr/>
        </p:nvSpPr>
        <p:spPr>
          <a:xfrm>
            <a:off x="571500" y="420030"/>
            <a:ext cx="485775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08 · </a:t>
            </a:r>
            <a:r>
              <a:rPr lang="ko-KR" altLang="en-US" sz="75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추가 질문</a:t>
            </a:r>
            <a:endParaRPr lang="en-US" sz="75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D0D5C2F-1B0E-7DAE-A6FE-0F1BCD9ADA17}"/>
              </a:ext>
            </a:extLst>
          </p:cNvPr>
          <p:cNvSpPr/>
          <p:nvPr/>
        </p:nvSpPr>
        <p:spPr>
          <a:xfrm>
            <a:off x="571500" y="714343"/>
            <a:ext cx="7892951" cy="4275668"/>
          </a:xfrm>
          <a:prstGeom prst="rect">
            <a:avLst/>
          </a:prstGeom>
          <a:solidFill>
            <a:srgbClr val="FFFFFF"/>
          </a:solidFill>
          <a:ln w="9144">
            <a:solidFill>
              <a:srgbClr val="D8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870537-83A2-E0E8-9F75-DED2B07FB5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61"/>
          <a:stretch>
            <a:fillRect/>
          </a:stretch>
        </p:blipFill>
        <p:spPr>
          <a:xfrm>
            <a:off x="872429" y="1833058"/>
            <a:ext cx="7262746" cy="3080541"/>
          </a:xfrm>
          <a:prstGeom prst="rect">
            <a:avLst/>
          </a:prstGeom>
        </p:spPr>
      </p:pic>
      <p:grpSp>
        <p:nvGrpSpPr>
          <p:cNvPr id="90" name="그룹 89">
            <a:extLst>
              <a:ext uri="{FF2B5EF4-FFF2-40B4-BE49-F238E27FC236}">
                <a16:creationId xmlns:a16="http://schemas.microsoft.com/office/drawing/2014/main" id="{0F508612-ECFB-8203-E98B-91C20308777A}"/>
              </a:ext>
            </a:extLst>
          </p:cNvPr>
          <p:cNvGrpSpPr/>
          <p:nvPr/>
        </p:nvGrpSpPr>
        <p:grpSpPr>
          <a:xfrm>
            <a:off x="872429" y="1092843"/>
            <a:ext cx="7262745" cy="562432"/>
            <a:chOff x="872430" y="3835948"/>
            <a:chExt cx="7262745" cy="562432"/>
          </a:xfrm>
        </p:grpSpPr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CD7D85FD-A883-2BD8-1354-0DBD8B885BE5}"/>
                </a:ext>
              </a:extLst>
            </p:cNvPr>
            <p:cNvSpPr/>
            <p:nvPr/>
          </p:nvSpPr>
          <p:spPr>
            <a:xfrm>
              <a:off x="1443930" y="3835948"/>
              <a:ext cx="899862" cy="1751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99200"/>
                </a:lnSpc>
                <a:buNone/>
              </a:pPr>
              <a:r>
                <a:rPr lang="ko-KR" altLang="en-US" sz="1150" b="1" kern="0" spc="-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추가 개선 제안</a:t>
              </a:r>
              <a:endParaRPr lang="en-US" sz="1150" dirty="0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177966CC-4DAA-D580-56CA-9A3985FC9750}"/>
                </a:ext>
              </a:extLst>
            </p:cNvPr>
            <p:cNvSpPr/>
            <p:nvPr/>
          </p:nvSpPr>
          <p:spPr>
            <a:xfrm>
              <a:off x="1443930" y="4111122"/>
              <a:ext cx="6691245" cy="2872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1600"/>
                </a:lnSpc>
                <a:buNone/>
              </a:pPr>
              <a:r>
                <a:rPr lang="ko-KR" altLang="en-US" sz="80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사방넷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상품이 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“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품절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”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상태일 때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</a:t>
              </a:r>
              <a:r>
                <a:rPr lang="ko-KR" altLang="en-US" sz="80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매핑된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주문이 재고가 있는지 없는지 확인 어려움</a:t>
              </a:r>
            </a:p>
            <a:p>
              <a:pPr marL="0" indent="0" algn="l">
                <a:lnSpc>
                  <a:spcPct val="121600"/>
                </a:lnSpc>
                <a:buNone/>
              </a:pP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=&gt; 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의견 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</a:t>
              </a:r>
              <a:r>
                <a:rPr lang="ko-KR" altLang="en-US" sz="800" dirty="0" err="1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단품매핑까지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확정된 상태라면 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[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품절</a:t>
              </a:r>
              <a:r>
                <a:rPr lang="en-US" altLang="ko-KR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] 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이라는 해시태그 표기하는 방식 등의 </a:t>
              </a:r>
              <a:r>
                <a:rPr lang="en-US" altLang="ko-KR" sz="80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UI </a:t>
              </a:r>
              <a:r>
                <a:rPr lang="ko-KR" altLang="en-US" sz="80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개선 </a:t>
              </a:r>
              <a:r>
                <a:rPr lang="ko-KR" altLang="en-US" sz="80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제안</a:t>
              </a:r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699ACB6A-D861-90DC-9DA8-C08BA256052D}"/>
                </a:ext>
              </a:extLst>
            </p:cNvPr>
            <p:cNvGrpSpPr/>
            <p:nvPr/>
          </p:nvGrpSpPr>
          <p:grpSpPr>
            <a:xfrm>
              <a:off x="872430" y="3835948"/>
              <a:ext cx="385763" cy="385763"/>
              <a:chOff x="872430" y="3835948"/>
              <a:chExt cx="385763" cy="385763"/>
            </a:xfrm>
          </p:grpSpPr>
          <p:sp>
            <p:nvSpPr>
              <p:cNvPr id="25" name="Shape 10">
                <a:extLst>
                  <a:ext uri="{FF2B5EF4-FFF2-40B4-BE49-F238E27FC236}">
                    <a16:creationId xmlns:a16="http://schemas.microsoft.com/office/drawing/2014/main" id="{71D5354B-E797-E2E0-D7D3-6FA49D23FEEF}"/>
                  </a:ext>
                </a:extLst>
              </p:cNvPr>
              <p:cNvSpPr/>
              <p:nvPr/>
            </p:nvSpPr>
            <p:spPr>
              <a:xfrm>
                <a:off x="872430" y="3835948"/>
                <a:ext cx="385763" cy="385763"/>
              </a:xfrm>
              <a:prstGeom prst="ellipse">
                <a:avLst/>
              </a:prstGeom>
              <a:solidFill>
                <a:srgbClr val="0669D5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A07BDC90-81CA-331D-B7DF-ED9041A6B870}"/>
                  </a:ext>
                </a:extLst>
              </p:cNvPr>
              <p:cNvGrpSpPr/>
              <p:nvPr/>
            </p:nvGrpSpPr>
            <p:grpSpPr>
              <a:xfrm>
                <a:off x="963690" y="3935742"/>
                <a:ext cx="230950" cy="182307"/>
                <a:chOff x="972489" y="4462910"/>
                <a:chExt cx="230950" cy="182307"/>
              </a:xfrm>
            </p:grpSpPr>
            <p:sp>
              <p:nvSpPr>
                <p:cNvPr id="78" name="자유형: 도형 77">
                  <a:extLst>
                    <a:ext uri="{FF2B5EF4-FFF2-40B4-BE49-F238E27FC236}">
                      <a16:creationId xmlns:a16="http://schemas.microsoft.com/office/drawing/2014/main" id="{3566D91F-24F8-76F8-4B6A-9373004B038E}"/>
                    </a:ext>
                  </a:extLst>
                </p:cNvPr>
                <p:cNvSpPr/>
                <p:nvPr/>
              </p:nvSpPr>
              <p:spPr>
                <a:xfrm>
                  <a:off x="1040590" y="4633797"/>
                  <a:ext cx="30454" cy="11420"/>
                </a:xfrm>
                <a:custGeom>
                  <a:avLst/>
                  <a:gdLst>
                    <a:gd name="csX0" fmla="*/ 0 w 30454"/>
                    <a:gd name="csY0" fmla="*/ 0 h 11420"/>
                    <a:gd name="csX1" fmla="*/ 0 w 30454"/>
                    <a:gd name="csY1" fmla="*/ 846 h 11420"/>
                    <a:gd name="csX2" fmla="*/ 423 w 30454"/>
                    <a:gd name="csY2" fmla="*/ 2115 h 11420"/>
                    <a:gd name="csX3" fmla="*/ 1692 w 30454"/>
                    <a:gd name="csY3" fmla="*/ 4653 h 11420"/>
                    <a:gd name="csX4" fmla="*/ 2961 w 30454"/>
                    <a:gd name="csY4" fmla="*/ 6345 h 11420"/>
                    <a:gd name="csX5" fmla="*/ 3807 w 30454"/>
                    <a:gd name="csY5" fmla="*/ 7191 h 11420"/>
                    <a:gd name="csX6" fmla="*/ 5499 w 30454"/>
                    <a:gd name="csY6" fmla="*/ 8460 h 11420"/>
                    <a:gd name="csX7" fmla="*/ 6768 w 30454"/>
                    <a:gd name="csY7" fmla="*/ 9306 h 11420"/>
                    <a:gd name="csX8" fmla="*/ 8460 w 30454"/>
                    <a:gd name="csY8" fmla="*/ 10152 h 11420"/>
                    <a:gd name="csX9" fmla="*/ 9729 w 30454"/>
                    <a:gd name="csY9" fmla="*/ 10575 h 11420"/>
                    <a:gd name="csX10" fmla="*/ 10998 w 30454"/>
                    <a:gd name="csY10" fmla="*/ 10998 h 11420"/>
                    <a:gd name="csX11" fmla="*/ 13959 w 30454"/>
                    <a:gd name="csY11" fmla="*/ 11421 h 11420"/>
                    <a:gd name="csX12" fmla="*/ 16496 w 30454"/>
                    <a:gd name="csY12" fmla="*/ 11421 h 11420"/>
                    <a:gd name="csX13" fmla="*/ 19034 w 30454"/>
                    <a:gd name="csY13" fmla="*/ 10998 h 11420"/>
                    <a:gd name="csX14" fmla="*/ 20726 w 30454"/>
                    <a:gd name="csY14" fmla="*/ 10575 h 11420"/>
                    <a:gd name="csX15" fmla="*/ 21995 w 30454"/>
                    <a:gd name="csY15" fmla="*/ 10152 h 11420"/>
                    <a:gd name="csX16" fmla="*/ 23687 w 30454"/>
                    <a:gd name="csY16" fmla="*/ 9306 h 11420"/>
                    <a:gd name="csX17" fmla="*/ 24956 w 30454"/>
                    <a:gd name="csY17" fmla="*/ 8460 h 11420"/>
                    <a:gd name="csX18" fmla="*/ 28763 w 30454"/>
                    <a:gd name="csY18" fmla="*/ 4653 h 11420"/>
                    <a:gd name="csX19" fmla="*/ 30032 w 30454"/>
                    <a:gd name="csY19" fmla="*/ 2115 h 11420"/>
                    <a:gd name="csX20" fmla="*/ 30032 w 30454"/>
                    <a:gd name="csY20" fmla="*/ 1269 h 11420"/>
                    <a:gd name="csX21" fmla="*/ 30455 w 30454"/>
                    <a:gd name="csY21" fmla="*/ 423 h 11420"/>
                    <a:gd name="csX22" fmla="*/ 27071 w 30454"/>
                    <a:gd name="csY22" fmla="*/ 423 h 114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30454" h="11420">
                      <a:moveTo>
                        <a:pt x="0" y="0"/>
                      </a:moveTo>
                      <a:lnTo>
                        <a:pt x="0" y="846"/>
                      </a:lnTo>
                      <a:lnTo>
                        <a:pt x="423" y="2115"/>
                      </a:lnTo>
                      <a:lnTo>
                        <a:pt x="1692" y="4653"/>
                      </a:lnTo>
                      <a:lnTo>
                        <a:pt x="2961" y="6345"/>
                      </a:lnTo>
                      <a:lnTo>
                        <a:pt x="3807" y="7191"/>
                      </a:lnTo>
                      <a:lnTo>
                        <a:pt x="5499" y="8460"/>
                      </a:lnTo>
                      <a:lnTo>
                        <a:pt x="6768" y="9306"/>
                      </a:lnTo>
                      <a:lnTo>
                        <a:pt x="8460" y="10152"/>
                      </a:lnTo>
                      <a:lnTo>
                        <a:pt x="9729" y="10575"/>
                      </a:lnTo>
                      <a:lnTo>
                        <a:pt x="10998" y="10998"/>
                      </a:lnTo>
                      <a:lnTo>
                        <a:pt x="13959" y="11421"/>
                      </a:lnTo>
                      <a:lnTo>
                        <a:pt x="16496" y="11421"/>
                      </a:lnTo>
                      <a:lnTo>
                        <a:pt x="19034" y="10998"/>
                      </a:lnTo>
                      <a:lnTo>
                        <a:pt x="20726" y="10575"/>
                      </a:lnTo>
                      <a:lnTo>
                        <a:pt x="21995" y="10152"/>
                      </a:lnTo>
                      <a:lnTo>
                        <a:pt x="23687" y="9306"/>
                      </a:lnTo>
                      <a:lnTo>
                        <a:pt x="24956" y="8460"/>
                      </a:lnTo>
                      <a:lnTo>
                        <a:pt x="28763" y="4653"/>
                      </a:lnTo>
                      <a:lnTo>
                        <a:pt x="30032" y="2115"/>
                      </a:lnTo>
                      <a:lnTo>
                        <a:pt x="30032" y="1269"/>
                      </a:lnTo>
                      <a:lnTo>
                        <a:pt x="30455" y="423"/>
                      </a:lnTo>
                      <a:lnTo>
                        <a:pt x="27071" y="42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1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FE37D4C3-CA67-7276-94DB-83531AEE653E}"/>
                    </a:ext>
                  </a:extLst>
                </p:cNvPr>
                <p:cNvSpPr/>
                <p:nvPr/>
              </p:nvSpPr>
              <p:spPr>
                <a:xfrm>
                  <a:off x="1028746" y="4619838"/>
                  <a:ext cx="54142" cy="8459"/>
                </a:xfrm>
                <a:custGeom>
                  <a:avLst/>
                  <a:gdLst>
                    <a:gd name="csX0" fmla="*/ 2961 w 54142"/>
                    <a:gd name="csY0" fmla="*/ 0 h 8459"/>
                    <a:gd name="csX1" fmla="*/ 2538 w 54142"/>
                    <a:gd name="csY1" fmla="*/ 423 h 8459"/>
                    <a:gd name="csX2" fmla="*/ 2115 w 54142"/>
                    <a:gd name="csY2" fmla="*/ 423 h 8459"/>
                    <a:gd name="csX3" fmla="*/ 846 w 54142"/>
                    <a:gd name="csY3" fmla="*/ 1269 h 8459"/>
                    <a:gd name="csX4" fmla="*/ 423 w 54142"/>
                    <a:gd name="csY4" fmla="*/ 2115 h 8459"/>
                    <a:gd name="csX5" fmla="*/ 0 w 54142"/>
                    <a:gd name="csY5" fmla="*/ 2961 h 8459"/>
                    <a:gd name="csX6" fmla="*/ 0 w 54142"/>
                    <a:gd name="csY6" fmla="*/ 5499 h 8459"/>
                    <a:gd name="csX7" fmla="*/ 423 w 54142"/>
                    <a:gd name="csY7" fmla="*/ 6345 h 8459"/>
                    <a:gd name="csX8" fmla="*/ 2115 w 54142"/>
                    <a:gd name="csY8" fmla="*/ 8037 h 8459"/>
                    <a:gd name="csX9" fmla="*/ 3384 w 54142"/>
                    <a:gd name="csY9" fmla="*/ 8460 h 8459"/>
                    <a:gd name="csX10" fmla="*/ 50758 w 54142"/>
                    <a:gd name="csY10" fmla="*/ 8460 h 8459"/>
                    <a:gd name="csX11" fmla="*/ 52027 w 54142"/>
                    <a:gd name="csY11" fmla="*/ 8037 h 8459"/>
                    <a:gd name="csX12" fmla="*/ 54142 w 54142"/>
                    <a:gd name="csY12" fmla="*/ 5499 h 8459"/>
                    <a:gd name="csX13" fmla="*/ 54142 w 54142"/>
                    <a:gd name="csY13" fmla="*/ 2538 h 8459"/>
                    <a:gd name="csX14" fmla="*/ 53296 w 54142"/>
                    <a:gd name="csY14" fmla="*/ 1692 h 8459"/>
                    <a:gd name="csX15" fmla="*/ 52027 w 54142"/>
                    <a:gd name="csY15" fmla="*/ 423 h 8459"/>
                    <a:gd name="csX16" fmla="*/ 50758 w 54142"/>
                    <a:gd name="csY16" fmla="*/ 0 h 84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4142" h="8459">
                      <a:moveTo>
                        <a:pt x="2961" y="0"/>
                      </a:moveTo>
                      <a:lnTo>
                        <a:pt x="2538" y="423"/>
                      </a:lnTo>
                      <a:lnTo>
                        <a:pt x="2115" y="423"/>
                      </a:lnTo>
                      <a:lnTo>
                        <a:pt x="846" y="1269"/>
                      </a:lnTo>
                      <a:lnTo>
                        <a:pt x="423" y="2115"/>
                      </a:lnTo>
                      <a:lnTo>
                        <a:pt x="0" y="2961"/>
                      </a:lnTo>
                      <a:lnTo>
                        <a:pt x="0" y="5499"/>
                      </a:lnTo>
                      <a:lnTo>
                        <a:pt x="423" y="6345"/>
                      </a:lnTo>
                      <a:lnTo>
                        <a:pt x="2115" y="8037"/>
                      </a:lnTo>
                      <a:lnTo>
                        <a:pt x="3384" y="8460"/>
                      </a:lnTo>
                      <a:lnTo>
                        <a:pt x="50758" y="8460"/>
                      </a:lnTo>
                      <a:lnTo>
                        <a:pt x="52027" y="8037"/>
                      </a:lnTo>
                      <a:lnTo>
                        <a:pt x="54142" y="5499"/>
                      </a:lnTo>
                      <a:lnTo>
                        <a:pt x="54142" y="2538"/>
                      </a:lnTo>
                      <a:lnTo>
                        <a:pt x="53296" y="1692"/>
                      </a:lnTo>
                      <a:lnTo>
                        <a:pt x="52027" y="423"/>
                      </a:lnTo>
                      <a:lnTo>
                        <a:pt x="5075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1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597782A4-0390-5A33-B657-83F21DC181AF}"/>
                    </a:ext>
                  </a:extLst>
                </p:cNvPr>
                <p:cNvSpPr/>
                <p:nvPr/>
              </p:nvSpPr>
              <p:spPr>
                <a:xfrm>
                  <a:off x="1028746" y="4605879"/>
                  <a:ext cx="54142" cy="8459"/>
                </a:xfrm>
                <a:custGeom>
                  <a:avLst/>
                  <a:gdLst>
                    <a:gd name="csX0" fmla="*/ 2961 w 54142"/>
                    <a:gd name="csY0" fmla="*/ 0 h 8459"/>
                    <a:gd name="csX1" fmla="*/ 2538 w 54142"/>
                    <a:gd name="csY1" fmla="*/ 423 h 8459"/>
                    <a:gd name="csX2" fmla="*/ 1269 w 54142"/>
                    <a:gd name="csY2" fmla="*/ 846 h 8459"/>
                    <a:gd name="csX3" fmla="*/ 423 w 54142"/>
                    <a:gd name="csY3" fmla="*/ 1692 h 8459"/>
                    <a:gd name="csX4" fmla="*/ 0 w 54142"/>
                    <a:gd name="csY4" fmla="*/ 2538 h 8459"/>
                    <a:gd name="csX5" fmla="*/ 0 w 54142"/>
                    <a:gd name="csY5" fmla="*/ 5499 h 8459"/>
                    <a:gd name="csX6" fmla="*/ 423 w 54142"/>
                    <a:gd name="csY6" fmla="*/ 6345 h 8459"/>
                    <a:gd name="csX7" fmla="*/ 2115 w 54142"/>
                    <a:gd name="csY7" fmla="*/ 8037 h 8459"/>
                    <a:gd name="csX8" fmla="*/ 3807 w 54142"/>
                    <a:gd name="csY8" fmla="*/ 8460 h 8459"/>
                    <a:gd name="csX9" fmla="*/ 50335 w 54142"/>
                    <a:gd name="csY9" fmla="*/ 8460 h 8459"/>
                    <a:gd name="csX10" fmla="*/ 52027 w 54142"/>
                    <a:gd name="csY10" fmla="*/ 8037 h 8459"/>
                    <a:gd name="csX11" fmla="*/ 53719 w 54142"/>
                    <a:gd name="csY11" fmla="*/ 6345 h 8459"/>
                    <a:gd name="csX12" fmla="*/ 54142 w 54142"/>
                    <a:gd name="csY12" fmla="*/ 5499 h 8459"/>
                    <a:gd name="csX13" fmla="*/ 54142 w 54142"/>
                    <a:gd name="csY13" fmla="*/ 2538 h 8459"/>
                    <a:gd name="csX14" fmla="*/ 53719 w 54142"/>
                    <a:gd name="csY14" fmla="*/ 1692 h 8459"/>
                    <a:gd name="csX15" fmla="*/ 52873 w 54142"/>
                    <a:gd name="csY15" fmla="*/ 846 h 8459"/>
                    <a:gd name="csX16" fmla="*/ 51181 w 54142"/>
                    <a:gd name="csY16" fmla="*/ 0 h 84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4142" h="8459">
                      <a:moveTo>
                        <a:pt x="2961" y="0"/>
                      </a:moveTo>
                      <a:lnTo>
                        <a:pt x="2538" y="423"/>
                      </a:lnTo>
                      <a:lnTo>
                        <a:pt x="1269" y="846"/>
                      </a:lnTo>
                      <a:lnTo>
                        <a:pt x="423" y="1692"/>
                      </a:lnTo>
                      <a:lnTo>
                        <a:pt x="0" y="2538"/>
                      </a:lnTo>
                      <a:lnTo>
                        <a:pt x="0" y="5499"/>
                      </a:lnTo>
                      <a:lnTo>
                        <a:pt x="423" y="6345"/>
                      </a:lnTo>
                      <a:lnTo>
                        <a:pt x="2115" y="8037"/>
                      </a:lnTo>
                      <a:lnTo>
                        <a:pt x="3807" y="8460"/>
                      </a:lnTo>
                      <a:lnTo>
                        <a:pt x="50335" y="8460"/>
                      </a:lnTo>
                      <a:lnTo>
                        <a:pt x="52027" y="8037"/>
                      </a:lnTo>
                      <a:lnTo>
                        <a:pt x="53719" y="6345"/>
                      </a:lnTo>
                      <a:lnTo>
                        <a:pt x="54142" y="5499"/>
                      </a:lnTo>
                      <a:lnTo>
                        <a:pt x="54142" y="2538"/>
                      </a:lnTo>
                      <a:lnTo>
                        <a:pt x="53719" y="1692"/>
                      </a:lnTo>
                      <a:lnTo>
                        <a:pt x="52873" y="846"/>
                      </a:lnTo>
                      <a:lnTo>
                        <a:pt x="5118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1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328625DE-3B19-B9D2-B3FA-48DC13F06C6B}"/>
                    </a:ext>
                  </a:extLst>
                </p:cNvPr>
                <p:cNvSpPr/>
                <p:nvPr/>
              </p:nvSpPr>
              <p:spPr>
                <a:xfrm>
                  <a:off x="972489" y="4580923"/>
                  <a:ext cx="47797" cy="59640"/>
                </a:xfrm>
                <a:custGeom>
                  <a:avLst/>
                  <a:gdLst>
                    <a:gd name="csX0" fmla="*/ 40607 w 47797"/>
                    <a:gd name="csY0" fmla="*/ 0 h 59640"/>
                    <a:gd name="csX1" fmla="*/ 37223 w 47797"/>
                    <a:gd name="csY1" fmla="*/ 3807 h 59640"/>
                    <a:gd name="csX2" fmla="*/ 34685 w 47797"/>
                    <a:gd name="csY2" fmla="*/ 6768 h 59640"/>
                    <a:gd name="csX3" fmla="*/ 31724 w 47797"/>
                    <a:gd name="csY3" fmla="*/ 10152 h 59640"/>
                    <a:gd name="csX4" fmla="*/ 29609 w 47797"/>
                    <a:gd name="csY4" fmla="*/ 13113 h 59640"/>
                    <a:gd name="csX5" fmla="*/ 26648 w 47797"/>
                    <a:gd name="csY5" fmla="*/ 16073 h 59640"/>
                    <a:gd name="csX6" fmla="*/ 24110 w 47797"/>
                    <a:gd name="csY6" fmla="*/ 19034 h 59640"/>
                    <a:gd name="csX7" fmla="*/ 21572 w 47797"/>
                    <a:gd name="csY7" fmla="*/ 22418 h 59640"/>
                    <a:gd name="csX8" fmla="*/ 18611 w 47797"/>
                    <a:gd name="csY8" fmla="*/ 25379 h 59640"/>
                    <a:gd name="csX9" fmla="*/ 16073 w 47797"/>
                    <a:gd name="csY9" fmla="*/ 28340 h 59640"/>
                    <a:gd name="csX10" fmla="*/ 13113 w 47797"/>
                    <a:gd name="csY10" fmla="*/ 31724 h 59640"/>
                    <a:gd name="csX11" fmla="*/ 10575 w 47797"/>
                    <a:gd name="csY11" fmla="*/ 34685 h 59640"/>
                    <a:gd name="csX12" fmla="*/ 8037 w 47797"/>
                    <a:gd name="csY12" fmla="*/ 37646 h 59640"/>
                    <a:gd name="csX13" fmla="*/ 5076 w 47797"/>
                    <a:gd name="csY13" fmla="*/ 41030 h 59640"/>
                    <a:gd name="csX14" fmla="*/ 2961 w 47797"/>
                    <a:gd name="csY14" fmla="*/ 43991 h 59640"/>
                    <a:gd name="csX15" fmla="*/ 0 w 47797"/>
                    <a:gd name="csY15" fmla="*/ 47374 h 59640"/>
                    <a:gd name="csX16" fmla="*/ 846 w 47797"/>
                    <a:gd name="csY16" fmla="*/ 48220 h 59640"/>
                    <a:gd name="csX17" fmla="*/ 3384 w 47797"/>
                    <a:gd name="csY17" fmla="*/ 50335 h 59640"/>
                    <a:gd name="csX18" fmla="*/ 6345 w 47797"/>
                    <a:gd name="csY18" fmla="*/ 52873 h 59640"/>
                    <a:gd name="csX19" fmla="*/ 8883 w 47797"/>
                    <a:gd name="csY19" fmla="*/ 54988 h 59640"/>
                    <a:gd name="csX20" fmla="*/ 11421 w 47797"/>
                    <a:gd name="csY20" fmla="*/ 57103 h 59640"/>
                    <a:gd name="csX21" fmla="*/ 13959 w 47797"/>
                    <a:gd name="csY21" fmla="*/ 59218 h 59640"/>
                    <a:gd name="csX22" fmla="*/ 15227 w 47797"/>
                    <a:gd name="csY22" fmla="*/ 59641 h 59640"/>
                    <a:gd name="csX23" fmla="*/ 16073 w 47797"/>
                    <a:gd name="csY23" fmla="*/ 58795 h 59640"/>
                    <a:gd name="csX24" fmla="*/ 18611 w 47797"/>
                    <a:gd name="csY24" fmla="*/ 55834 h 59640"/>
                    <a:gd name="csX25" fmla="*/ 21149 w 47797"/>
                    <a:gd name="csY25" fmla="*/ 52873 h 59640"/>
                    <a:gd name="csX26" fmla="*/ 23687 w 47797"/>
                    <a:gd name="csY26" fmla="*/ 49912 h 59640"/>
                    <a:gd name="csX27" fmla="*/ 26225 w 47797"/>
                    <a:gd name="csY27" fmla="*/ 46951 h 59640"/>
                    <a:gd name="csX28" fmla="*/ 28763 w 47797"/>
                    <a:gd name="csY28" fmla="*/ 43991 h 59640"/>
                    <a:gd name="csX29" fmla="*/ 31301 w 47797"/>
                    <a:gd name="csY29" fmla="*/ 41030 h 59640"/>
                    <a:gd name="csX30" fmla="*/ 33839 w 47797"/>
                    <a:gd name="csY30" fmla="*/ 38069 h 59640"/>
                    <a:gd name="csX31" fmla="*/ 36800 w 47797"/>
                    <a:gd name="csY31" fmla="*/ 34685 h 59640"/>
                    <a:gd name="csX32" fmla="*/ 39338 w 47797"/>
                    <a:gd name="csY32" fmla="*/ 31724 h 59640"/>
                    <a:gd name="csX33" fmla="*/ 41876 w 47797"/>
                    <a:gd name="csY33" fmla="*/ 28763 h 59640"/>
                    <a:gd name="csX34" fmla="*/ 44414 w 47797"/>
                    <a:gd name="csY34" fmla="*/ 25802 h 59640"/>
                    <a:gd name="csX35" fmla="*/ 46951 w 47797"/>
                    <a:gd name="csY35" fmla="*/ 22841 h 59640"/>
                    <a:gd name="csX36" fmla="*/ 47797 w 47797"/>
                    <a:gd name="csY36" fmla="*/ 21572 h 59640"/>
                    <a:gd name="csX37" fmla="*/ 46528 w 47797"/>
                    <a:gd name="csY37" fmla="*/ 19880 h 59640"/>
                    <a:gd name="csX38" fmla="*/ 45682 w 47797"/>
                    <a:gd name="csY38" fmla="*/ 19034 h 59640"/>
                    <a:gd name="csX39" fmla="*/ 43991 w 47797"/>
                    <a:gd name="csY39" fmla="*/ 15650 h 59640"/>
                    <a:gd name="csX40" fmla="*/ 43568 w 47797"/>
                    <a:gd name="csY40" fmla="*/ 14382 h 59640"/>
                    <a:gd name="csX41" fmla="*/ 43145 w 47797"/>
                    <a:gd name="csY41" fmla="*/ 12690 h 59640"/>
                    <a:gd name="csX42" fmla="*/ 42722 w 47797"/>
                    <a:gd name="csY42" fmla="*/ 9306 h 59640"/>
                    <a:gd name="csX43" fmla="*/ 42722 w 47797"/>
                    <a:gd name="csY43" fmla="*/ 6768 h 59640"/>
                    <a:gd name="csX44" fmla="*/ 42299 w 47797"/>
                    <a:gd name="csY44" fmla="*/ 4653 h 59640"/>
                    <a:gd name="csX45" fmla="*/ 41876 w 47797"/>
                    <a:gd name="csY45" fmla="*/ 2961 h 59640"/>
                    <a:gd name="csX46" fmla="*/ 41453 w 47797"/>
                    <a:gd name="csY46" fmla="*/ 1692 h 59640"/>
                    <a:gd name="csX47" fmla="*/ 41030 w 47797"/>
                    <a:gd name="csY47" fmla="*/ 846 h 59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</a:cxnLst>
                  <a:rect l="l" t="t" r="r" b="b"/>
                  <a:pathLst>
                    <a:path w="47797" h="59640">
                      <a:moveTo>
                        <a:pt x="40607" y="0"/>
                      </a:moveTo>
                      <a:lnTo>
                        <a:pt x="37223" y="3807"/>
                      </a:lnTo>
                      <a:lnTo>
                        <a:pt x="34685" y="6768"/>
                      </a:lnTo>
                      <a:lnTo>
                        <a:pt x="31724" y="10152"/>
                      </a:lnTo>
                      <a:lnTo>
                        <a:pt x="29609" y="13113"/>
                      </a:lnTo>
                      <a:lnTo>
                        <a:pt x="26648" y="16073"/>
                      </a:lnTo>
                      <a:lnTo>
                        <a:pt x="24110" y="19034"/>
                      </a:lnTo>
                      <a:lnTo>
                        <a:pt x="21572" y="22418"/>
                      </a:lnTo>
                      <a:lnTo>
                        <a:pt x="18611" y="25379"/>
                      </a:lnTo>
                      <a:lnTo>
                        <a:pt x="16073" y="28340"/>
                      </a:lnTo>
                      <a:lnTo>
                        <a:pt x="13113" y="31724"/>
                      </a:lnTo>
                      <a:lnTo>
                        <a:pt x="10575" y="34685"/>
                      </a:lnTo>
                      <a:lnTo>
                        <a:pt x="8037" y="37646"/>
                      </a:lnTo>
                      <a:lnTo>
                        <a:pt x="5076" y="41030"/>
                      </a:lnTo>
                      <a:lnTo>
                        <a:pt x="2961" y="43991"/>
                      </a:lnTo>
                      <a:lnTo>
                        <a:pt x="0" y="47374"/>
                      </a:lnTo>
                      <a:lnTo>
                        <a:pt x="846" y="48220"/>
                      </a:lnTo>
                      <a:lnTo>
                        <a:pt x="3384" y="50335"/>
                      </a:lnTo>
                      <a:lnTo>
                        <a:pt x="6345" y="52873"/>
                      </a:lnTo>
                      <a:lnTo>
                        <a:pt x="8883" y="54988"/>
                      </a:lnTo>
                      <a:lnTo>
                        <a:pt x="11421" y="57103"/>
                      </a:lnTo>
                      <a:lnTo>
                        <a:pt x="13959" y="59218"/>
                      </a:lnTo>
                      <a:lnTo>
                        <a:pt x="15227" y="59641"/>
                      </a:lnTo>
                      <a:lnTo>
                        <a:pt x="16073" y="58795"/>
                      </a:lnTo>
                      <a:lnTo>
                        <a:pt x="18611" y="55834"/>
                      </a:lnTo>
                      <a:lnTo>
                        <a:pt x="21149" y="52873"/>
                      </a:lnTo>
                      <a:lnTo>
                        <a:pt x="23687" y="49912"/>
                      </a:lnTo>
                      <a:lnTo>
                        <a:pt x="26225" y="46951"/>
                      </a:lnTo>
                      <a:lnTo>
                        <a:pt x="28763" y="43991"/>
                      </a:lnTo>
                      <a:lnTo>
                        <a:pt x="31301" y="41030"/>
                      </a:lnTo>
                      <a:lnTo>
                        <a:pt x="33839" y="38069"/>
                      </a:lnTo>
                      <a:lnTo>
                        <a:pt x="36800" y="34685"/>
                      </a:lnTo>
                      <a:lnTo>
                        <a:pt x="39338" y="31724"/>
                      </a:lnTo>
                      <a:lnTo>
                        <a:pt x="41876" y="28763"/>
                      </a:lnTo>
                      <a:lnTo>
                        <a:pt x="44414" y="25802"/>
                      </a:lnTo>
                      <a:lnTo>
                        <a:pt x="46951" y="22841"/>
                      </a:lnTo>
                      <a:lnTo>
                        <a:pt x="47797" y="21572"/>
                      </a:lnTo>
                      <a:lnTo>
                        <a:pt x="46528" y="19880"/>
                      </a:lnTo>
                      <a:lnTo>
                        <a:pt x="45682" y="19034"/>
                      </a:lnTo>
                      <a:lnTo>
                        <a:pt x="43991" y="15650"/>
                      </a:lnTo>
                      <a:lnTo>
                        <a:pt x="43568" y="14382"/>
                      </a:lnTo>
                      <a:lnTo>
                        <a:pt x="43145" y="12690"/>
                      </a:lnTo>
                      <a:lnTo>
                        <a:pt x="42722" y="9306"/>
                      </a:lnTo>
                      <a:lnTo>
                        <a:pt x="42722" y="6768"/>
                      </a:lnTo>
                      <a:lnTo>
                        <a:pt x="42299" y="4653"/>
                      </a:lnTo>
                      <a:lnTo>
                        <a:pt x="41876" y="2961"/>
                      </a:lnTo>
                      <a:lnTo>
                        <a:pt x="41453" y="1692"/>
                      </a:lnTo>
                      <a:lnTo>
                        <a:pt x="41030" y="84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1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D3DA3394-399B-3802-F899-8AF5195B66FC}"/>
                    </a:ext>
                  </a:extLst>
                </p:cNvPr>
                <p:cNvSpPr/>
                <p:nvPr/>
              </p:nvSpPr>
              <p:spPr>
                <a:xfrm>
                  <a:off x="1107422" y="4494634"/>
                  <a:ext cx="96017" cy="96863"/>
                </a:xfrm>
                <a:custGeom>
                  <a:avLst/>
                  <a:gdLst>
                    <a:gd name="csX0" fmla="*/ 95172 w 96017"/>
                    <a:gd name="csY0" fmla="*/ 0 h 96863"/>
                    <a:gd name="csX1" fmla="*/ 93903 w 96017"/>
                    <a:gd name="csY1" fmla="*/ 423 h 96863"/>
                    <a:gd name="csX2" fmla="*/ 92211 w 96017"/>
                    <a:gd name="csY2" fmla="*/ 846 h 96863"/>
                    <a:gd name="csX3" fmla="*/ 90942 w 96017"/>
                    <a:gd name="csY3" fmla="*/ 1269 h 96863"/>
                    <a:gd name="csX4" fmla="*/ 89250 w 96017"/>
                    <a:gd name="csY4" fmla="*/ 1692 h 96863"/>
                    <a:gd name="csX5" fmla="*/ 87981 w 96017"/>
                    <a:gd name="csY5" fmla="*/ 2115 h 96863"/>
                    <a:gd name="csX6" fmla="*/ 86289 w 96017"/>
                    <a:gd name="csY6" fmla="*/ 2961 h 96863"/>
                    <a:gd name="csX7" fmla="*/ 85020 w 96017"/>
                    <a:gd name="csY7" fmla="*/ 2961 h 96863"/>
                    <a:gd name="csX8" fmla="*/ 83328 w 96017"/>
                    <a:gd name="csY8" fmla="*/ 3807 h 96863"/>
                    <a:gd name="csX9" fmla="*/ 82059 w 96017"/>
                    <a:gd name="csY9" fmla="*/ 3807 h 96863"/>
                    <a:gd name="csX10" fmla="*/ 80367 w 96017"/>
                    <a:gd name="csY10" fmla="*/ 4230 h 96863"/>
                    <a:gd name="csX11" fmla="*/ 79098 w 96017"/>
                    <a:gd name="csY11" fmla="*/ 4653 h 96863"/>
                    <a:gd name="csX12" fmla="*/ 77406 w 96017"/>
                    <a:gd name="csY12" fmla="*/ 5076 h 96863"/>
                    <a:gd name="csX13" fmla="*/ 76137 w 96017"/>
                    <a:gd name="csY13" fmla="*/ 5499 h 96863"/>
                    <a:gd name="csX14" fmla="*/ 74868 w 96017"/>
                    <a:gd name="csY14" fmla="*/ 5922 h 96863"/>
                    <a:gd name="csX15" fmla="*/ 73177 w 96017"/>
                    <a:gd name="csY15" fmla="*/ 6345 h 96863"/>
                    <a:gd name="csX16" fmla="*/ 71908 w 96017"/>
                    <a:gd name="csY16" fmla="*/ 6768 h 96863"/>
                    <a:gd name="csX17" fmla="*/ 70216 w 96017"/>
                    <a:gd name="csY17" fmla="*/ 7614 h 96863"/>
                    <a:gd name="csX18" fmla="*/ 68947 w 96017"/>
                    <a:gd name="csY18" fmla="*/ 7614 h 96863"/>
                    <a:gd name="csX19" fmla="*/ 67255 w 96017"/>
                    <a:gd name="csY19" fmla="*/ 8460 h 96863"/>
                    <a:gd name="csX20" fmla="*/ 65986 w 96017"/>
                    <a:gd name="csY20" fmla="*/ 8460 h 96863"/>
                    <a:gd name="csX21" fmla="*/ 64294 w 96017"/>
                    <a:gd name="csY21" fmla="*/ 9306 h 96863"/>
                    <a:gd name="csX22" fmla="*/ 63025 w 96017"/>
                    <a:gd name="csY22" fmla="*/ 9306 h 96863"/>
                    <a:gd name="csX23" fmla="*/ 61333 w 96017"/>
                    <a:gd name="csY23" fmla="*/ 10152 h 96863"/>
                    <a:gd name="csX24" fmla="*/ 60064 w 96017"/>
                    <a:gd name="csY24" fmla="*/ 10152 h 96863"/>
                    <a:gd name="csX25" fmla="*/ 58795 w 96017"/>
                    <a:gd name="csY25" fmla="*/ 10575 h 96863"/>
                    <a:gd name="csX26" fmla="*/ 57103 w 96017"/>
                    <a:gd name="csY26" fmla="*/ 10998 h 96863"/>
                    <a:gd name="csX27" fmla="*/ 55834 w 96017"/>
                    <a:gd name="csY27" fmla="*/ 11421 h 96863"/>
                    <a:gd name="csX28" fmla="*/ 54142 w 96017"/>
                    <a:gd name="csY28" fmla="*/ 11844 h 96863"/>
                    <a:gd name="csX29" fmla="*/ 52873 w 96017"/>
                    <a:gd name="csY29" fmla="*/ 12267 h 96863"/>
                    <a:gd name="csX30" fmla="*/ 51181 w 96017"/>
                    <a:gd name="csY30" fmla="*/ 12690 h 96863"/>
                    <a:gd name="csX31" fmla="*/ 49912 w 96017"/>
                    <a:gd name="csY31" fmla="*/ 13113 h 96863"/>
                    <a:gd name="csX32" fmla="*/ 48220 w 96017"/>
                    <a:gd name="csY32" fmla="*/ 13536 h 96863"/>
                    <a:gd name="csX33" fmla="*/ 46951 w 96017"/>
                    <a:gd name="csY33" fmla="*/ 13959 h 96863"/>
                    <a:gd name="csX34" fmla="*/ 46105 w 96017"/>
                    <a:gd name="csY34" fmla="*/ 14382 h 96863"/>
                    <a:gd name="csX35" fmla="*/ 48220 w 96017"/>
                    <a:gd name="csY35" fmla="*/ 16496 h 96863"/>
                    <a:gd name="csX36" fmla="*/ 52027 w 96017"/>
                    <a:gd name="csY36" fmla="*/ 19880 h 96863"/>
                    <a:gd name="csX37" fmla="*/ 54988 w 96017"/>
                    <a:gd name="csY37" fmla="*/ 21995 h 96863"/>
                    <a:gd name="csX38" fmla="*/ 58795 w 96017"/>
                    <a:gd name="csY38" fmla="*/ 25379 h 96863"/>
                    <a:gd name="csX39" fmla="*/ 59641 w 96017"/>
                    <a:gd name="csY39" fmla="*/ 26225 h 96863"/>
                    <a:gd name="csX40" fmla="*/ 59641 w 96017"/>
                    <a:gd name="csY40" fmla="*/ 27071 h 96863"/>
                    <a:gd name="csX41" fmla="*/ 58372 w 96017"/>
                    <a:gd name="csY41" fmla="*/ 28763 h 96863"/>
                    <a:gd name="csX42" fmla="*/ 55411 w 96017"/>
                    <a:gd name="csY42" fmla="*/ 32147 h 96863"/>
                    <a:gd name="csX43" fmla="*/ 52450 w 96017"/>
                    <a:gd name="csY43" fmla="*/ 35531 h 96863"/>
                    <a:gd name="csX44" fmla="*/ 49489 w 96017"/>
                    <a:gd name="csY44" fmla="*/ 38915 h 96863"/>
                    <a:gd name="csX45" fmla="*/ 46528 w 96017"/>
                    <a:gd name="csY45" fmla="*/ 42299 h 96863"/>
                    <a:gd name="csX46" fmla="*/ 43568 w 96017"/>
                    <a:gd name="csY46" fmla="*/ 45259 h 96863"/>
                    <a:gd name="csX47" fmla="*/ 41030 w 96017"/>
                    <a:gd name="csY47" fmla="*/ 48643 h 96863"/>
                    <a:gd name="csX48" fmla="*/ 38069 w 96017"/>
                    <a:gd name="csY48" fmla="*/ 52027 h 96863"/>
                    <a:gd name="csX49" fmla="*/ 35108 w 96017"/>
                    <a:gd name="csY49" fmla="*/ 55411 h 96863"/>
                    <a:gd name="csX50" fmla="*/ 31724 w 96017"/>
                    <a:gd name="csY50" fmla="*/ 58795 h 96863"/>
                    <a:gd name="csX51" fmla="*/ 29609 w 96017"/>
                    <a:gd name="csY51" fmla="*/ 61756 h 96863"/>
                    <a:gd name="csX52" fmla="*/ 26225 w 96017"/>
                    <a:gd name="csY52" fmla="*/ 65563 h 96863"/>
                    <a:gd name="csX53" fmla="*/ 23264 w 96017"/>
                    <a:gd name="csY53" fmla="*/ 68101 h 96863"/>
                    <a:gd name="csX54" fmla="*/ 21149 w 96017"/>
                    <a:gd name="csY54" fmla="*/ 66409 h 96863"/>
                    <a:gd name="csX55" fmla="*/ 11844 w 96017"/>
                    <a:gd name="csY55" fmla="*/ 57103 h 96863"/>
                    <a:gd name="csX56" fmla="*/ 10998 w 96017"/>
                    <a:gd name="csY56" fmla="*/ 56680 h 96863"/>
                    <a:gd name="csX57" fmla="*/ 10575 w 96017"/>
                    <a:gd name="csY57" fmla="*/ 57526 h 96863"/>
                    <a:gd name="csX58" fmla="*/ 10152 w 96017"/>
                    <a:gd name="csY58" fmla="*/ 58795 h 96863"/>
                    <a:gd name="csX59" fmla="*/ 9306 w 96017"/>
                    <a:gd name="csY59" fmla="*/ 60487 h 96863"/>
                    <a:gd name="csX60" fmla="*/ 8460 w 96017"/>
                    <a:gd name="csY60" fmla="*/ 61333 h 96863"/>
                    <a:gd name="csX61" fmla="*/ 7614 w 96017"/>
                    <a:gd name="csY61" fmla="*/ 63448 h 96863"/>
                    <a:gd name="csX62" fmla="*/ 6768 w 96017"/>
                    <a:gd name="csY62" fmla="*/ 64717 h 96863"/>
                    <a:gd name="csX63" fmla="*/ 5922 w 96017"/>
                    <a:gd name="csY63" fmla="*/ 65986 h 96863"/>
                    <a:gd name="csX64" fmla="*/ 5076 w 96017"/>
                    <a:gd name="csY64" fmla="*/ 67255 h 96863"/>
                    <a:gd name="csX65" fmla="*/ 3807 w 96017"/>
                    <a:gd name="csY65" fmla="*/ 68947 h 96863"/>
                    <a:gd name="csX66" fmla="*/ 2115 w 96017"/>
                    <a:gd name="csY66" fmla="*/ 70639 h 96863"/>
                    <a:gd name="csX67" fmla="*/ 0 w 96017"/>
                    <a:gd name="csY67" fmla="*/ 73177 h 96863"/>
                    <a:gd name="csX68" fmla="*/ 0 w 96017"/>
                    <a:gd name="csY68" fmla="*/ 74023 h 96863"/>
                    <a:gd name="csX69" fmla="*/ 3807 w 96017"/>
                    <a:gd name="csY69" fmla="*/ 77829 h 96863"/>
                    <a:gd name="csX70" fmla="*/ 11844 w 96017"/>
                    <a:gd name="csY70" fmla="*/ 85443 h 96863"/>
                    <a:gd name="csX71" fmla="*/ 18611 w 96017"/>
                    <a:gd name="csY71" fmla="*/ 91788 h 96863"/>
                    <a:gd name="csX72" fmla="*/ 24533 w 96017"/>
                    <a:gd name="csY72" fmla="*/ 96864 h 96863"/>
                    <a:gd name="csX73" fmla="*/ 27917 w 96017"/>
                    <a:gd name="csY73" fmla="*/ 93480 h 96863"/>
                    <a:gd name="csX74" fmla="*/ 30878 w 96017"/>
                    <a:gd name="csY74" fmla="*/ 90096 h 96863"/>
                    <a:gd name="csX75" fmla="*/ 33839 w 96017"/>
                    <a:gd name="csY75" fmla="*/ 86712 h 96863"/>
                    <a:gd name="csX76" fmla="*/ 36800 w 96017"/>
                    <a:gd name="csY76" fmla="*/ 83328 h 96863"/>
                    <a:gd name="csX77" fmla="*/ 39761 w 96017"/>
                    <a:gd name="csY77" fmla="*/ 79944 h 96863"/>
                    <a:gd name="csX78" fmla="*/ 42722 w 96017"/>
                    <a:gd name="csY78" fmla="*/ 76560 h 96863"/>
                    <a:gd name="csX79" fmla="*/ 45682 w 96017"/>
                    <a:gd name="csY79" fmla="*/ 73177 h 96863"/>
                    <a:gd name="csX80" fmla="*/ 48643 w 96017"/>
                    <a:gd name="csY80" fmla="*/ 69793 h 96863"/>
                    <a:gd name="csX81" fmla="*/ 51604 w 96017"/>
                    <a:gd name="csY81" fmla="*/ 66409 h 96863"/>
                    <a:gd name="csX82" fmla="*/ 53719 w 96017"/>
                    <a:gd name="csY82" fmla="*/ 63448 h 96863"/>
                    <a:gd name="csX83" fmla="*/ 57103 w 96017"/>
                    <a:gd name="csY83" fmla="*/ 60064 h 96863"/>
                    <a:gd name="csX84" fmla="*/ 59641 w 96017"/>
                    <a:gd name="csY84" fmla="*/ 56680 h 96863"/>
                    <a:gd name="csX85" fmla="*/ 63025 w 96017"/>
                    <a:gd name="csY85" fmla="*/ 53296 h 96863"/>
                    <a:gd name="csX86" fmla="*/ 65563 w 96017"/>
                    <a:gd name="csY86" fmla="*/ 49912 h 96863"/>
                    <a:gd name="csX87" fmla="*/ 68947 w 96017"/>
                    <a:gd name="csY87" fmla="*/ 46528 h 96863"/>
                    <a:gd name="csX88" fmla="*/ 71485 w 96017"/>
                    <a:gd name="csY88" fmla="*/ 43145 h 96863"/>
                    <a:gd name="csX89" fmla="*/ 75291 w 96017"/>
                    <a:gd name="csY89" fmla="*/ 39761 h 96863"/>
                    <a:gd name="csX90" fmla="*/ 77406 w 96017"/>
                    <a:gd name="csY90" fmla="*/ 41453 h 96863"/>
                    <a:gd name="csX91" fmla="*/ 80367 w 96017"/>
                    <a:gd name="csY91" fmla="*/ 43991 h 96863"/>
                    <a:gd name="csX92" fmla="*/ 83328 w 96017"/>
                    <a:gd name="csY92" fmla="*/ 46951 h 96863"/>
                    <a:gd name="csX93" fmla="*/ 86712 w 96017"/>
                    <a:gd name="csY93" fmla="*/ 49489 h 96863"/>
                    <a:gd name="csX94" fmla="*/ 89250 w 96017"/>
                    <a:gd name="csY94" fmla="*/ 52027 h 96863"/>
                    <a:gd name="csX95" fmla="*/ 89673 w 96017"/>
                    <a:gd name="csY95" fmla="*/ 48643 h 96863"/>
                    <a:gd name="csX96" fmla="*/ 90096 w 96017"/>
                    <a:gd name="csY96" fmla="*/ 45259 h 96863"/>
                    <a:gd name="csX97" fmla="*/ 90519 w 96017"/>
                    <a:gd name="csY97" fmla="*/ 41876 h 96863"/>
                    <a:gd name="csX98" fmla="*/ 90942 w 96017"/>
                    <a:gd name="csY98" fmla="*/ 38492 h 96863"/>
                    <a:gd name="csX99" fmla="*/ 91788 w 96017"/>
                    <a:gd name="csY99" fmla="*/ 34685 h 96863"/>
                    <a:gd name="csX100" fmla="*/ 91788 w 96017"/>
                    <a:gd name="csY100" fmla="*/ 31301 h 96863"/>
                    <a:gd name="csX101" fmla="*/ 92211 w 96017"/>
                    <a:gd name="csY101" fmla="*/ 27917 h 96863"/>
                    <a:gd name="csX102" fmla="*/ 93057 w 96017"/>
                    <a:gd name="csY102" fmla="*/ 24110 h 96863"/>
                    <a:gd name="csX103" fmla="*/ 93480 w 96017"/>
                    <a:gd name="csY103" fmla="*/ 20726 h 96863"/>
                    <a:gd name="csX104" fmla="*/ 93480 w 96017"/>
                    <a:gd name="csY104" fmla="*/ 17342 h 96863"/>
                    <a:gd name="csX105" fmla="*/ 94326 w 96017"/>
                    <a:gd name="csY105" fmla="*/ 13536 h 96863"/>
                    <a:gd name="csX106" fmla="*/ 94749 w 96017"/>
                    <a:gd name="csY106" fmla="*/ 10152 h 96863"/>
                    <a:gd name="csX107" fmla="*/ 95172 w 96017"/>
                    <a:gd name="csY107" fmla="*/ 6768 h 96863"/>
                    <a:gd name="csX108" fmla="*/ 95595 w 96017"/>
                    <a:gd name="csY108" fmla="*/ 3384 h 96863"/>
                    <a:gd name="csX109" fmla="*/ 96018 w 96017"/>
                    <a:gd name="csY109" fmla="*/ 0 h 968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</a:cxnLst>
                  <a:rect l="l" t="t" r="r" b="b"/>
                  <a:pathLst>
                    <a:path w="96017" h="96863">
                      <a:moveTo>
                        <a:pt x="95172" y="0"/>
                      </a:moveTo>
                      <a:lnTo>
                        <a:pt x="93903" y="423"/>
                      </a:lnTo>
                      <a:lnTo>
                        <a:pt x="92211" y="846"/>
                      </a:lnTo>
                      <a:lnTo>
                        <a:pt x="90942" y="1269"/>
                      </a:lnTo>
                      <a:lnTo>
                        <a:pt x="89250" y="1692"/>
                      </a:lnTo>
                      <a:lnTo>
                        <a:pt x="87981" y="2115"/>
                      </a:lnTo>
                      <a:lnTo>
                        <a:pt x="86289" y="2961"/>
                      </a:lnTo>
                      <a:lnTo>
                        <a:pt x="85020" y="2961"/>
                      </a:lnTo>
                      <a:lnTo>
                        <a:pt x="83328" y="3807"/>
                      </a:lnTo>
                      <a:lnTo>
                        <a:pt x="82059" y="3807"/>
                      </a:lnTo>
                      <a:lnTo>
                        <a:pt x="80367" y="4230"/>
                      </a:lnTo>
                      <a:lnTo>
                        <a:pt x="79098" y="4653"/>
                      </a:lnTo>
                      <a:lnTo>
                        <a:pt x="77406" y="5076"/>
                      </a:lnTo>
                      <a:lnTo>
                        <a:pt x="76137" y="5499"/>
                      </a:lnTo>
                      <a:lnTo>
                        <a:pt x="74868" y="5922"/>
                      </a:lnTo>
                      <a:lnTo>
                        <a:pt x="73177" y="6345"/>
                      </a:lnTo>
                      <a:lnTo>
                        <a:pt x="71908" y="6768"/>
                      </a:lnTo>
                      <a:lnTo>
                        <a:pt x="70216" y="7614"/>
                      </a:lnTo>
                      <a:lnTo>
                        <a:pt x="68947" y="7614"/>
                      </a:lnTo>
                      <a:lnTo>
                        <a:pt x="67255" y="8460"/>
                      </a:lnTo>
                      <a:lnTo>
                        <a:pt x="65986" y="8460"/>
                      </a:lnTo>
                      <a:lnTo>
                        <a:pt x="64294" y="9306"/>
                      </a:lnTo>
                      <a:lnTo>
                        <a:pt x="63025" y="9306"/>
                      </a:lnTo>
                      <a:lnTo>
                        <a:pt x="61333" y="10152"/>
                      </a:lnTo>
                      <a:lnTo>
                        <a:pt x="60064" y="10152"/>
                      </a:lnTo>
                      <a:lnTo>
                        <a:pt x="58795" y="10575"/>
                      </a:lnTo>
                      <a:lnTo>
                        <a:pt x="57103" y="10998"/>
                      </a:lnTo>
                      <a:lnTo>
                        <a:pt x="55834" y="11421"/>
                      </a:lnTo>
                      <a:lnTo>
                        <a:pt x="54142" y="11844"/>
                      </a:lnTo>
                      <a:lnTo>
                        <a:pt x="52873" y="12267"/>
                      </a:lnTo>
                      <a:lnTo>
                        <a:pt x="51181" y="12690"/>
                      </a:lnTo>
                      <a:lnTo>
                        <a:pt x="49912" y="13113"/>
                      </a:lnTo>
                      <a:lnTo>
                        <a:pt x="48220" y="13536"/>
                      </a:lnTo>
                      <a:lnTo>
                        <a:pt x="46951" y="13959"/>
                      </a:lnTo>
                      <a:lnTo>
                        <a:pt x="46105" y="14382"/>
                      </a:lnTo>
                      <a:lnTo>
                        <a:pt x="48220" y="16496"/>
                      </a:lnTo>
                      <a:lnTo>
                        <a:pt x="52027" y="19880"/>
                      </a:lnTo>
                      <a:lnTo>
                        <a:pt x="54988" y="21995"/>
                      </a:lnTo>
                      <a:lnTo>
                        <a:pt x="58795" y="25379"/>
                      </a:lnTo>
                      <a:lnTo>
                        <a:pt x="59641" y="26225"/>
                      </a:lnTo>
                      <a:lnTo>
                        <a:pt x="59641" y="27071"/>
                      </a:lnTo>
                      <a:lnTo>
                        <a:pt x="58372" y="28763"/>
                      </a:lnTo>
                      <a:lnTo>
                        <a:pt x="55411" y="32147"/>
                      </a:lnTo>
                      <a:lnTo>
                        <a:pt x="52450" y="35531"/>
                      </a:lnTo>
                      <a:lnTo>
                        <a:pt x="49489" y="38915"/>
                      </a:lnTo>
                      <a:lnTo>
                        <a:pt x="46528" y="42299"/>
                      </a:lnTo>
                      <a:lnTo>
                        <a:pt x="43568" y="45259"/>
                      </a:lnTo>
                      <a:lnTo>
                        <a:pt x="41030" y="48643"/>
                      </a:lnTo>
                      <a:lnTo>
                        <a:pt x="38069" y="52027"/>
                      </a:lnTo>
                      <a:lnTo>
                        <a:pt x="35108" y="55411"/>
                      </a:lnTo>
                      <a:lnTo>
                        <a:pt x="31724" y="58795"/>
                      </a:lnTo>
                      <a:lnTo>
                        <a:pt x="29609" y="61756"/>
                      </a:lnTo>
                      <a:lnTo>
                        <a:pt x="26225" y="65563"/>
                      </a:lnTo>
                      <a:lnTo>
                        <a:pt x="23264" y="68101"/>
                      </a:lnTo>
                      <a:lnTo>
                        <a:pt x="21149" y="66409"/>
                      </a:lnTo>
                      <a:lnTo>
                        <a:pt x="11844" y="57103"/>
                      </a:lnTo>
                      <a:lnTo>
                        <a:pt x="10998" y="56680"/>
                      </a:lnTo>
                      <a:lnTo>
                        <a:pt x="10575" y="57526"/>
                      </a:lnTo>
                      <a:lnTo>
                        <a:pt x="10152" y="58795"/>
                      </a:lnTo>
                      <a:lnTo>
                        <a:pt x="9306" y="60487"/>
                      </a:lnTo>
                      <a:lnTo>
                        <a:pt x="8460" y="61333"/>
                      </a:lnTo>
                      <a:lnTo>
                        <a:pt x="7614" y="63448"/>
                      </a:lnTo>
                      <a:lnTo>
                        <a:pt x="6768" y="64717"/>
                      </a:lnTo>
                      <a:lnTo>
                        <a:pt x="5922" y="65986"/>
                      </a:lnTo>
                      <a:lnTo>
                        <a:pt x="5076" y="67255"/>
                      </a:lnTo>
                      <a:lnTo>
                        <a:pt x="3807" y="68947"/>
                      </a:lnTo>
                      <a:lnTo>
                        <a:pt x="2115" y="70639"/>
                      </a:lnTo>
                      <a:lnTo>
                        <a:pt x="0" y="73177"/>
                      </a:lnTo>
                      <a:lnTo>
                        <a:pt x="0" y="74023"/>
                      </a:lnTo>
                      <a:lnTo>
                        <a:pt x="3807" y="77829"/>
                      </a:lnTo>
                      <a:lnTo>
                        <a:pt x="11844" y="85443"/>
                      </a:lnTo>
                      <a:lnTo>
                        <a:pt x="18611" y="91788"/>
                      </a:lnTo>
                      <a:lnTo>
                        <a:pt x="24533" y="96864"/>
                      </a:lnTo>
                      <a:lnTo>
                        <a:pt x="27917" y="93480"/>
                      </a:lnTo>
                      <a:lnTo>
                        <a:pt x="30878" y="90096"/>
                      </a:lnTo>
                      <a:lnTo>
                        <a:pt x="33839" y="86712"/>
                      </a:lnTo>
                      <a:lnTo>
                        <a:pt x="36800" y="83328"/>
                      </a:lnTo>
                      <a:lnTo>
                        <a:pt x="39761" y="79944"/>
                      </a:lnTo>
                      <a:lnTo>
                        <a:pt x="42722" y="76560"/>
                      </a:lnTo>
                      <a:lnTo>
                        <a:pt x="45682" y="73177"/>
                      </a:lnTo>
                      <a:lnTo>
                        <a:pt x="48643" y="69793"/>
                      </a:lnTo>
                      <a:lnTo>
                        <a:pt x="51604" y="66409"/>
                      </a:lnTo>
                      <a:lnTo>
                        <a:pt x="53719" y="63448"/>
                      </a:lnTo>
                      <a:lnTo>
                        <a:pt x="57103" y="60064"/>
                      </a:lnTo>
                      <a:lnTo>
                        <a:pt x="59641" y="56680"/>
                      </a:lnTo>
                      <a:lnTo>
                        <a:pt x="63025" y="53296"/>
                      </a:lnTo>
                      <a:lnTo>
                        <a:pt x="65563" y="49912"/>
                      </a:lnTo>
                      <a:lnTo>
                        <a:pt x="68947" y="46528"/>
                      </a:lnTo>
                      <a:lnTo>
                        <a:pt x="71485" y="43145"/>
                      </a:lnTo>
                      <a:lnTo>
                        <a:pt x="75291" y="39761"/>
                      </a:lnTo>
                      <a:lnTo>
                        <a:pt x="77406" y="41453"/>
                      </a:lnTo>
                      <a:lnTo>
                        <a:pt x="80367" y="43991"/>
                      </a:lnTo>
                      <a:lnTo>
                        <a:pt x="83328" y="46951"/>
                      </a:lnTo>
                      <a:lnTo>
                        <a:pt x="86712" y="49489"/>
                      </a:lnTo>
                      <a:lnTo>
                        <a:pt x="89250" y="52027"/>
                      </a:lnTo>
                      <a:lnTo>
                        <a:pt x="89673" y="48643"/>
                      </a:lnTo>
                      <a:lnTo>
                        <a:pt x="90096" y="45259"/>
                      </a:lnTo>
                      <a:lnTo>
                        <a:pt x="90519" y="41876"/>
                      </a:lnTo>
                      <a:lnTo>
                        <a:pt x="90942" y="38492"/>
                      </a:lnTo>
                      <a:lnTo>
                        <a:pt x="91788" y="34685"/>
                      </a:lnTo>
                      <a:lnTo>
                        <a:pt x="91788" y="31301"/>
                      </a:lnTo>
                      <a:lnTo>
                        <a:pt x="92211" y="27917"/>
                      </a:lnTo>
                      <a:lnTo>
                        <a:pt x="93057" y="24110"/>
                      </a:lnTo>
                      <a:lnTo>
                        <a:pt x="93480" y="20726"/>
                      </a:lnTo>
                      <a:lnTo>
                        <a:pt x="93480" y="17342"/>
                      </a:lnTo>
                      <a:lnTo>
                        <a:pt x="94326" y="13536"/>
                      </a:lnTo>
                      <a:lnTo>
                        <a:pt x="94749" y="10152"/>
                      </a:lnTo>
                      <a:lnTo>
                        <a:pt x="95172" y="6768"/>
                      </a:lnTo>
                      <a:lnTo>
                        <a:pt x="95595" y="3384"/>
                      </a:lnTo>
                      <a:lnTo>
                        <a:pt x="9601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1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E28285EE-BCCB-1772-9378-37A38EED2DCB}"/>
                    </a:ext>
                  </a:extLst>
                </p:cNvPr>
                <p:cNvSpPr/>
                <p:nvPr/>
              </p:nvSpPr>
              <p:spPr>
                <a:xfrm>
                  <a:off x="995753" y="4462910"/>
                  <a:ext cx="120127" cy="137047"/>
                </a:xfrm>
                <a:custGeom>
                  <a:avLst/>
                  <a:gdLst>
                    <a:gd name="csX0" fmla="*/ 55834 w 120127"/>
                    <a:gd name="csY0" fmla="*/ 0 h 137047"/>
                    <a:gd name="csX1" fmla="*/ 52027 w 120127"/>
                    <a:gd name="csY1" fmla="*/ 423 h 137047"/>
                    <a:gd name="csX2" fmla="*/ 49066 w 120127"/>
                    <a:gd name="csY2" fmla="*/ 846 h 137047"/>
                    <a:gd name="csX3" fmla="*/ 46951 w 120127"/>
                    <a:gd name="csY3" fmla="*/ 1269 h 137047"/>
                    <a:gd name="csX4" fmla="*/ 45259 w 120127"/>
                    <a:gd name="csY4" fmla="*/ 1692 h 137047"/>
                    <a:gd name="csX5" fmla="*/ 43568 w 120127"/>
                    <a:gd name="csY5" fmla="*/ 2115 h 137047"/>
                    <a:gd name="csX6" fmla="*/ 42299 w 120127"/>
                    <a:gd name="csY6" fmla="*/ 2538 h 137047"/>
                    <a:gd name="csX7" fmla="*/ 41030 w 120127"/>
                    <a:gd name="csY7" fmla="*/ 2961 h 137047"/>
                    <a:gd name="csX8" fmla="*/ 39761 w 120127"/>
                    <a:gd name="csY8" fmla="*/ 3384 h 137047"/>
                    <a:gd name="csX9" fmla="*/ 38492 w 120127"/>
                    <a:gd name="csY9" fmla="*/ 4230 h 137047"/>
                    <a:gd name="csX10" fmla="*/ 37646 w 120127"/>
                    <a:gd name="csY10" fmla="*/ 4230 h 137047"/>
                    <a:gd name="csX11" fmla="*/ 35531 w 120127"/>
                    <a:gd name="csY11" fmla="*/ 5499 h 137047"/>
                    <a:gd name="csX12" fmla="*/ 34685 w 120127"/>
                    <a:gd name="csY12" fmla="*/ 5499 h 137047"/>
                    <a:gd name="csX13" fmla="*/ 31301 w 120127"/>
                    <a:gd name="csY13" fmla="*/ 7191 h 137047"/>
                    <a:gd name="csX14" fmla="*/ 30455 w 120127"/>
                    <a:gd name="csY14" fmla="*/ 8037 h 137047"/>
                    <a:gd name="csX15" fmla="*/ 29186 w 120127"/>
                    <a:gd name="csY15" fmla="*/ 8460 h 137047"/>
                    <a:gd name="csX16" fmla="*/ 28340 w 120127"/>
                    <a:gd name="csY16" fmla="*/ 9306 h 137047"/>
                    <a:gd name="csX17" fmla="*/ 27071 w 120127"/>
                    <a:gd name="csY17" fmla="*/ 9729 h 137047"/>
                    <a:gd name="csX18" fmla="*/ 25379 w 120127"/>
                    <a:gd name="csY18" fmla="*/ 10998 h 137047"/>
                    <a:gd name="csX19" fmla="*/ 24110 w 120127"/>
                    <a:gd name="csY19" fmla="*/ 11844 h 137047"/>
                    <a:gd name="csX20" fmla="*/ 21995 w 120127"/>
                    <a:gd name="csY20" fmla="*/ 13536 h 137047"/>
                    <a:gd name="csX21" fmla="*/ 19457 w 120127"/>
                    <a:gd name="csY21" fmla="*/ 15650 h 137047"/>
                    <a:gd name="csX22" fmla="*/ 15227 w 120127"/>
                    <a:gd name="csY22" fmla="*/ 19880 h 137047"/>
                    <a:gd name="csX23" fmla="*/ 13536 w 120127"/>
                    <a:gd name="csY23" fmla="*/ 21995 h 137047"/>
                    <a:gd name="csX24" fmla="*/ 11844 w 120127"/>
                    <a:gd name="csY24" fmla="*/ 24110 h 137047"/>
                    <a:gd name="csX25" fmla="*/ 10998 w 120127"/>
                    <a:gd name="csY25" fmla="*/ 25379 h 137047"/>
                    <a:gd name="csX26" fmla="*/ 10152 w 120127"/>
                    <a:gd name="csY26" fmla="*/ 26648 h 137047"/>
                    <a:gd name="csX27" fmla="*/ 9306 w 120127"/>
                    <a:gd name="csY27" fmla="*/ 27917 h 137047"/>
                    <a:gd name="csX28" fmla="*/ 8460 w 120127"/>
                    <a:gd name="csY28" fmla="*/ 29186 h 137047"/>
                    <a:gd name="csX29" fmla="*/ 8037 w 120127"/>
                    <a:gd name="csY29" fmla="*/ 30455 h 137047"/>
                    <a:gd name="csX30" fmla="*/ 7191 w 120127"/>
                    <a:gd name="csY30" fmla="*/ 31301 h 137047"/>
                    <a:gd name="csX31" fmla="*/ 5499 w 120127"/>
                    <a:gd name="csY31" fmla="*/ 34685 h 137047"/>
                    <a:gd name="csX32" fmla="*/ 5499 w 120127"/>
                    <a:gd name="csY32" fmla="*/ 35531 h 137047"/>
                    <a:gd name="csX33" fmla="*/ 4230 w 120127"/>
                    <a:gd name="csY33" fmla="*/ 37646 h 137047"/>
                    <a:gd name="csX34" fmla="*/ 4230 w 120127"/>
                    <a:gd name="csY34" fmla="*/ 38492 h 137047"/>
                    <a:gd name="csX35" fmla="*/ 3384 w 120127"/>
                    <a:gd name="csY35" fmla="*/ 39761 h 137047"/>
                    <a:gd name="csX36" fmla="*/ 2961 w 120127"/>
                    <a:gd name="csY36" fmla="*/ 41030 h 137047"/>
                    <a:gd name="csX37" fmla="*/ 2538 w 120127"/>
                    <a:gd name="csY37" fmla="*/ 42299 h 137047"/>
                    <a:gd name="csX38" fmla="*/ 2115 w 120127"/>
                    <a:gd name="csY38" fmla="*/ 43991 h 137047"/>
                    <a:gd name="csX39" fmla="*/ 1692 w 120127"/>
                    <a:gd name="csY39" fmla="*/ 45259 h 137047"/>
                    <a:gd name="csX40" fmla="*/ 1269 w 120127"/>
                    <a:gd name="csY40" fmla="*/ 46951 h 137047"/>
                    <a:gd name="csX41" fmla="*/ 846 w 120127"/>
                    <a:gd name="csY41" fmla="*/ 49066 h 137047"/>
                    <a:gd name="csX42" fmla="*/ 423 w 120127"/>
                    <a:gd name="csY42" fmla="*/ 51604 h 137047"/>
                    <a:gd name="csX43" fmla="*/ 0 w 120127"/>
                    <a:gd name="csY43" fmla="*/ 54988 h 137047"/>
                    <a:gd name="csX44" fmla="*/ 0 w 120127"/>
                    <a:gd name="csY44" fmla="*/ 65563 h 137047"/>
                    <a:gd name="csX45" fmla="*/ 423 w 120127"/>
                    <a:gd name="csY45" fmla="*/ 68947 h 137047"/>
                    <a:gd name="csX46" fmla="*/ 846 w 120127"/>
                    <a:gd name="csY46" fmla="*/ 71908 h 137047"/>
                    <a:gd name="csX47" fmla="*/ 1269 w 120127"/>
                    <a:gd name="csY47" fmla="*/ 73600 h 137047"/>
                    <a:gd name="csX48" fmla="*/ 1692 w 120127"/>
                    <a:gd name="csY48" fmla="*/ 75291 h 137047"/>
                    <a:gd name="csX49" fmla="*/ 2115 w 120127"/>
                    <a:gd name="csY49" fmla="*/ 76983 h 137047"/>
                    <a:gd name="csX50" fmla="*/ 2538 w 120127"/>
                    <a:gd name="csY50" fmla="*/ 78252 h 137047"/>
                    <a:gd name="csX51" fmla="*/ 3384 w 120127"/>
                    <a:gd name="csY51" fmla="*/ 79521 h 137047"/>
                    <a:gd name="csX52" fmla="*/ 3384 w 120127"/>
                    <a:gd name="csY52" fmla="*/ 80367 h 137047"/>
                    <a:gd name="csX53" fmla="*/ 3807 w 120127"/>
                    <a:gd name="csY53" fmla="*/ 81636 h 137047"/>
                    <a:gd name="csX54" fmla="*/ 5076 w 120127"/>
                    <a:gd name="csY54" fmla="*/ 83751 h 137047"/>
                    <a:gd name="csX55" fmla="*/ 5076 w 120127"/>
                    <a:gd name="csY55" fmla="*/ 84597 h 137047"/>
                    <a:gd name="csX56" fmla="*/ 7614 w 120127"/>
                    <a:gd name="csY56" fmla="*/ 89673 h 137047"/>
                    <a:gd name="csX57" fmla="*/ 8460 w 120127"/>
                    <a:gd name="csY57" fmla="*/ 90519 h 137047"/>
                    <a:gd name="csX58" fmla="*/ 8883 w 120127"/>
                    <a:gd name="csY58" fmla="*/ 91788 h 137047"/>
                    <a:gd name="csX59" fmla="*/ 9729 w 120127"/>
                    <a:gd name="csY59" fmla="*/ 93057 h 137047"/>
                    <a:gd name="csX60" fmla="*/ 10575 w 120127"/>
                    <a:gd name="csY60" fmla="*/ 94326 h 137047"/>
                    <a:gd name="csX61" fmla="*/ 11844 w 120127"/>
                    <a:gd name="csY61" fmla="*/ 96018 h 137047"/>
                    <a:gd name="csX62" fmla="*/ 13113 w 120127"/>
                    <a:gd name="csY62" fmla="*/ 97710 h 137047"/>
                    <a:gd name="csX63" fmla="*/ 14805 w 120127"/>
                    <a:gd name="csY63" fmla="*/ 99825 h 137047"/>
                    <a:gd name="csX64" fmla="*/ 18188 w 120127"/>
                    <a:gd name="csY64" fmla="*/ 103209 h 137047"/>
                    <a:gd name="csX65" fmla="*/ 19457 w 120127"/>
                    <a:gd name="csY65" fmla="*/ 104900 h 137047"/>
                    <a:gd name="csX66" fmla="*/ 20726 w 120127"/>
                    <a:gd name="csY66" fmla="*/ 106592 h 137047"/>
                    <a:gd name="csX67" fmla="*/ 21572 w 120127"/>
                    <a:gd name="csY67" fmla="*/ 107861 h 137047"/>
                    <a:gd name="csX68" fmla="*/ 22418 w 120127"/>
                    <a:gd name="csY68" fmla="*/ 109130 h 137047"/>
                    <a:gd name="csX69" fmla="*/ 22841 w 120127"/>
                    <a:gd name="csY69" fmla="*/ 110399 h 137047"/>
                    <a:gd name="csX70" fmla="*/ 23687 w 120127"/>
                    <a:gd name="csY70" fmla="*/ 111245 h 137047"/>
                    <a:gd name="csX71" fmla="*/ 25379 w 120127"/>
                    <a:gd name="csY71" fmla="*/ 114629 h 137047"/>
                    <a:gd name="csX72" fmla="*/ 25802 w 120127"/>
                    <a:gd name="csY72" fmla="*/ 115898 h 137047"/>
                    <a:gd name="csX73" fmla="*/ 26225 w 120127"/>
                    <a:gd name="csY73" fmla="*/ 117167 h 137047"/>
                    <a:gd name="csX74" fmla="*/ 26648 w 120127"/>
                    <a:gd name="csY74" fmla="*/ 118436 h 137047"/>
                    <a:gd name="csX75" fmla="*/ 27071 w 120127"/>
                    <a:gd name="csY75" fmla="*/ 119705 h 137047"/>
                    <a:gd name="csX76" fmla="*/ 27494 w 120127"/>
                    <a:gd name="csY76" fmla="*/ 121397 h 137047"/>
                    <a:gd name="csX77" fmla="*/ 27917 w 120127"/>
                    <a:gd name="csY77" fmla="*/ 123512 h 137047"/>
                    <a:gd name="csX78" fmla="*/ 27917 w 120127"/>
                    <a:gd name="csY78" fmla="*/ 126050 h 137047"/>
                    <a:gd name="csX79" fmla="*/ 28340 w 120127"/>
                    <a:gd name="csY79" fmla="*/ 129011 h 137047"/>
                    <a:gd name="csX80" fmla="*/ 28763 w 120127"/>
                    <a:gd name="csY80" fmla="*/ 130703 h 137047"/>
                    <a:gd name="csX81" fmla="*/ 29609 w 120127"/>
                    <a:gd name="csY81" fmla="*/ 132395 h 137047"/>
                    <a:gd name="csX82" fmla="*/ 30455 w 120127"/>
                    <a:gd name="csY82" fmla="*/ 133664 h 137047"/>
                    <a:gd name="csX83" fmla="*/ 31724 w 120127"/>
                    <a:gd name="csY83" fmla="*/ 134932 h 137047"/>
                    <a:gd name="csX84" fmla="*/ 32993 w 120127"/>
                    <a:gd name="csY84" fmla="*/ 135778 h 137047"/>
                    <a:gd name="csX85" fmla="*/ 35531 w 120127"/>
                    <a:gd name="csY85" fmla="*/ 137047 h 137047"/>
                    <a:gd name="csX86" fmla="*/ 84174 w 120127"/>
                    <a:gd name="csY86" fmla="*/ 137047 h 137047"/>
                    <a:gd name="csX87" fmla="*/ 85443 w 120127"/>
                    <a:gd name="csY87" fmla="*/ 136624 h 137047"/>
                    <a:gd name="csX88" fmla="*/ 87135 w 120127"/>
                    <a:gd name="csY88" fmla="*/ 135778 h 137047"/>
                    <a:gd name="csX89" fmla="*/ 88404 w 120127"/>
                    <a:gd name="csY89" fmla="*/ 134932 h 137047"/>
                    <a:gd name="csX90" fmla="*/ 89673 w 120127"/>
                    <a:gd name="csY90" fmla="*/ 133664 h 137047"/>
                    <a:gd name="csX91" fmla="*/ 90519 w 120127"/>
                    <a:gd name="csY91" fmla="*/ 132395 h 137047"/>
                    <a:gd name="csX92" fmla="*/ 90942 w 120127"/>
                    <a:gd name="csY92" fmla="*/ 131549 h 137047"/>
                    <a:gd name="csX93" fmla="*/ 91365 w 120127"/>
                    <a:gd name="csY93" fmla="*/ 130280 h 137047"/>
                    <a:gd name="csX94" fmla="*/ 91788 w 120127"/>
                    <a:gd name="csY94" fmla="*/ 128588 h 137047"/>
                    <a:gd name="csX95" fmla="*/ 91788 w 120127"/>
                    <a:gd name="csY95" fmla="*/ 125627 h 137047"/>
                    <a:gd name="csX96" fmla="*/ 92211 w 120127"/>
                    <a:gd name="csY96" fmla="*/ 123089 h 137047"/>
                    <a:gd name="csX97" fmla="*/ 92634 w 120127"/>
                    <a:gd name="csY97" fmla="*/ 121397 h 137047"/>
                    <a:gd name="csX98" fmla="*/ 93057 w 120127"/>
                    <a:gd name="csY98" fmla="*/ 119705 h 137047"/>
                    <a:gd name="csX99" fmla="*/ 93480 w 120127"/>
                    <a:gd name="csY99" fmla="*/ 118013 h 137047"/>
                    <a:gd name="csX100" fmla="*/ 93903 w 120127"/>
                    <a:gd name="csY100" fmla="*/ 116744 h 137047"/>
                    <a:gd name="csX101" fmla="*/ 94749 w 120127"/>
                    <a:gd name="csY101" fmla="*/ 115475 h 137047"/>
                    <a:gd name="csX102" fmla="*/ 94749 w 120127"/>
                    <a:gd name="csY102" fmla="*/ 114629 h 137047"/>
                    <a:gd name="csX103" fmla="*/ 96864 w 120127"/>
                    <a:gd name="csY103" fmla="*/ 110399 h 137047"/>
                    <a:gd name="csX104" fmla="*/ 97710 w 120127"/>
                    <a:gd name="csY104" fmla="*/ 109130 h 137047"/>
                    <a:gd name="csX105" fmla="*/ 98556 w 120127"/>
                    <a:gd name="csY105" fmla="*/ 107861 h 137047"/>
                    <a:gd name="csX106" fmla="*/ 99402 w 120127"/>
                    <a:gd name="csY106" fmla="*/ 106592 h 137047"/>
                    <a:gd name="csX107" fmla="*/ 100248 w 120127"/>
                    <a:gd name="csY107" fmla="*/ 105323 h 137047"/>
                    <a:gd name="csX108" fmla="*/ 101940 w 120127"/>
                    <a:gd name="csY108" fmla="*/ 103209 h 137047"/>
                    <a:gd name="csX109" fmla="*/ 104477 w 120127"/>
                    <a:gd name="csY109" fmla="*/ 100248 h 137047"/>
                    <a:gd name="csX110" fmla="*/ 107015 w 120127"/>
                    <a:gd name="csY110" fmla="*/ 97710 h 137047"/>
                    <a:gd name="csX111" fmla="*/ 108284 w 120127"/>
                    <a:gd name="csY111" fmla="*/ 96018 h 137047"/>
                    <a:gd name="csX112" fmla="*/ 109553 w 120127"/>
                    <a:gd name="csY112" fmla="*/ 94326 h 137047"/>
                    <a:gd name="csX113" fmla="*/ 110399 w 120127"/>
                    <a:gd name="csY113" fmla="*/ 93057 h 137047"/>
                    <a:gd name="csX114" fmla="*/ 111245 w 120127"/>
                    <a:gd name="csY114" fmla="*/ 91788 h 137047"/>
                    <a:gd name="csX115" fmla="*/ 111668 w 120127"/>
                    <a:gd name="csY115" fmla="*/ 90519 h 137047"/>
                    <a:gd name="csX116" fmla="*/ 112514 w 120127"/>
                    <a:gd name="csY116" fmla="*/ 89673 h 137047"/>
                    <a:gd name="csX117" fmla="*/ 115898 w 120127"/>
                    <a:gd name="csY117" fmla="*/ 82905 h 137047"/>
                    <a:gd name="csX118" fmla="*/ 115898 w 120127"/>
                    <a:gd name="csY118" fmla="*/ 82059 h 137047"/>
                    <a:gd name="csX119" fmla="*/ 116744 w 120127"/>
                    <a:gd name="csY119" fmla="*/ 80790 h 137047"/>
                    <a:gd name="csX120" fmla="*/ 117167 w 120127"/>
                    <a:gd name="csY120" fmla="*/ 79521 h 137047"/>
                    <a:gd name="csX121" fmla="*/ 117590 w 120127"/>
                    <a:gd name="csY121" fmla="*/ 78252 h 137047"/>
                    <a:gd name="csX122" fmla="*/ 118013 w 120127"/>
                    <a:gd name="csY122" fmla="*/ 76983 h 137047"/>
                    <a:gd name="csX123" fmla="*/ 118436 w 120127"/>
                    <a:gd name="csY123" fmla="*/ 75291 h 137047"/>
                    <a:gd name="csX124" fmla="*/ 118859 w 120127"/>
                    <a:gd name="csY124" fmla="*/ 73600 h 137047"/>
                    <a:gd name="csX125" fmla="*/ 119282 w 120127"/>
                    <a:gd name="csY125" fmla="*/ 71485 h 137047"/>
                    <a:gd name="csX126" fmla="*/ 119705 w 120127"/>
                    <a:gd name="csY126" fmla="*/ 69370 h 137047"/>
                    <a:gd name="csX127" fmla="*/ 120128 w 120127"/>
                    <a:gd name="csY127" fmla="*/ 65986 h 137047"/>
                    <a:gd name="csX128" fmla="*/ 120128 w 120127"/>
                    <a:gd name="csY128" fmla="*/ 54565 h 137047"/>
                    <a:gd name="csX129" fmla="*/ 119705 w 120127"/>
                    <a:gd name="csY129" fmla="*/ 51604 h 137047"/>
                    <a:gd name="csX130" fmla="*/ 119282 w 120127"/>
                    <a:gd name="csY130" fmla="*/ 49066 h 137047"/>
                    <a:gd name="csX131" fmla="*/ 118859 w 120127"/>
                    <a:gd name="csY131" fmla="*/ 46951 h 137047"/>
                    <a:gd name="csX132" fmla="*/ 118436 w 120127"/>
                    <a:gd name="csY132" fmla="*/ 45259 h 137047"/>
                    <a:gd name="csX133" fmla="*/ 118013 w 120127"/>
                    <a:gd name="csY133" fmla="*/ 43568 h 137047"/>
                    <a:gd name="csX134" fmla="*/ 117590 w 120127"/>
                    <a:gd name="csY134" fmla="*/ 42299 h 137047"/>
                    <a:gd name="csX135" fmla="*/ 117167 w 120127"/>
                    <a:gd name="csY135" fmla="*/ 41030 h 137047"/>
                    <a:gd name="csX136" fmla="*/ 116744 w 120127"/>
                    <a:gd name="csY136" fmla="*/ 39761 h 137047"/>
                    <a:gd name="csX137" fmla="*/ 115898 w 120127"/>
                    <a:gd name="csY137" fmla="*/ 38492 h 137047"/>
                    <a:gd name="csX138" fmla="*/ 115898 w 120127"/>
                    <a:gd name="csY138" fmla="*/ 37646 h 137047"/>
                    <a:gd name="csX139" fmla="*/ 114629 w 120127"/>
                    <a:gd name="csY139" fmla="*/ 35531 h 137047"/>
                    <a:gd name="csX140" fmla="*/ 114629 w 120127"/>
                    <a:gd name="csY140" fmla="*/ 34685 h 137047"/>
                    <a:gd name="csX141" fmla="*/ 112937 w 120127"/>
                    <a:gd name="csY141" fmla="*/ 31301 h 137047"/>
                    <a:gd name="csX142" fmla="*/ 112091 w 120127"/>
                    <a:gd name="csY142" fmla="*/ 30455 h 137047"/>
                    <a:gd name="csX143" fmla="*/ 111668 w 120127"/>
                    <a:gd name="csY143" fmla="*/ 29186 h 137047"/>
                    <a:gd name="csX144" fmla="*/ 110822 w 120127"/>
                    <a:gd name="csY144" fmla="*/ 28340 h 137047"/>
                    <a:gd name="csX145" fmla="*/ 110399 w 120127"/>
                    <a:gd name="csY145" fmla="*/ 27071 h 137047"/>
                    <a:gd name="csX146" fmla="*/ 109553 w 120127"/>
                    <a:gd name="csY146" fmla="*/ 25802 h 137047"/>
                    <a:gd name="csX147" fmla="*/ 108284 w 120127"/>
                    <a:gd name="csY147" fmla="*/ 24110 h 137047"/>
                    <a:gd name="csX148" fmla="*/ 107015 w 120127"/>
                    <a:gd name="csY148" fmla="*/ 22418 h 137047"/>
                    <a:gd name="csX149" fmla="*/ 104900 w 120127"/>
                    <a:gd name="csY149" fmla="*/ 19880 h 137047"/>
                    <a:gd name="csX150" fmla="*/ 100248 w 120127"/>
                    <a:gd name="csY150" fmla="*/ 15227 h 137047"/>
                    <a:gd name="csX151" fmla="*/ 97710 w 120127"/>
                    <a:gd name="csY151" fmla="*/ 13113 h 137047"/>
                    <a:gd name="csX152" fmla="*/ 96018 w 120127"/>
                    <a:gd name="csY152" fmla="*/ 11844 h 137047"/>
                    <a:gd name="csX153" fmla="*/ 94326 w 120127"/>
                    <a:gd name="csY153" fmla="*/ 10575 h 137047"/>
                    <a:gd name="csX154" fmla="*/ 93057 w 120127"/>
                    <a:gd name="csY154" fmla="*/ 9729 h 137047"/>
                    <a:gd name="csX155" fmla="*/ 91788 w 120127"/>
                    <a:gd name="csY155" fmla="*/ 8883 h 137047"/>
                    <a:gd name="csX156" fmla="*/ 89673 w 120127"/>
                    <a:gd name="csY156" fmla="*/ 8037 h 137047"/>
                    <a:gd name="csX157" fmla="*/ 88827 w 120127"/>
                    <a:gd name="csY157" fmla="*/ 7191 h 137047"/>
                    <a:gd name="csX158" fmla="*/ 85443 w 120127"/>
                    <a:gd name="csY158" fmla="*/ 5499 h 137047"/>
                    <a:gd name="csX159" fmla="*/ 84597 w 120127"/>
                    <a:gd name="csY159" fmla="*/ 5499 h 137047"/>
                    <a:gd name="csX160" fmla="*/ 82482 w 120127"/>
                    <a:gd name="csY160" fmla="*/ 4230 h 137047"/>
                    <a:gd name="csX161" fmla="*/ 81636 w 120127"/>
                    <a:gd name="csY161" fmla="*/ 4230 h 137047"/>
                    <a:gd name="csX162" fmla="*/ 80367 w 120127"/>
                    <a:gd name="csY162" fmla="*/ 3384 h 137047"/>
                    <a:gd name="csX163" fmla="*/ 79098 w 120127"/>
                    <a:gd name="csY163" fmla="*/ 2961 h 137047"/>
                    <a:gd name="csX164" fmla="*/ 77829 w 120127"/>
                    <a:gd name="csY164" fmla="*/ 2538 h 137047"/>
                    <a:gd name="csX165" fmla="*/ 76137 w 120127"/>
                    <a:gd name="csY165" fmla="*/ 2115 h 137047"/>
                    <a:gd name="csX166" fmla="*/ 74868 w 120127"/>
                    <a:gd name="csY166" fmla="*/ 1692 h 137047"/>
                    <a:gd name="csX167" fmla="*/ 73177 w 120127"/>
                    <a:gd name="csY167" fmla="*/ 1269 h 137047"/>
                    <a:gd name="csX168" fmla="*/ 71062 w 120127"/>
                    <a:gd name="csY168" fmla="*/ 846 h 137047"/>
                    <a:gd name="csX169" fmla="*/ 68101 w 120127"/>
                    <a:gd name="csY169" fmla="*/ 423 h 137047"/>
                    <a:gd name="csX170" fmla="*/ 63871 w 120127"/>
                    <a:gd name="csY170" fmla="*/ 0 h 137047"/>
                    <a:gd name="csX171" fmla="*/ 54565 w 120127"/>
                    <a:gd name="csY171" fmla="*/ 77829 h 137047"/>
                    <a:gd name="csX172" fmla="*/ 55834 w 120127"/>
                    <a:gd name="csY172" fmla="*/ 79098 h 137047"/>
                    <a:gd name="csX173" fmla="*/ 57526 w 120127"/>
                    <a:gd name="csY173" fmla="*/ 79944 h 137047"/>
                    <a:gd name="csX174" fmla="*/ 58795 w 120127"/>
                    <a:gd name="csY174" fmla="*/ 80367 h 137047"/>
                    <a:gd name="csX175" fmla="*/ 61333 w 120127"/>
                    <a:gd name="csY175" fmla="*/ 80367 h 137047"/>
                    <a:gd name="csX176" fmla="*/ 62602 w 120127"/>
                    <a:gd name="csY176" fmla="*/ 79944 h 137047"/>
                    <a:gd name="csX177" fmla="*/ 64294 w 120127"/>
                    <a:gd name="csY177" fmla="*/ 79098 h 137047"/>
                    <a:gd name="csX178" fmla="*/ 66409 w 120127"/>
                    <a:gd name="csY178" fmla="*/ 78252 h 137047"/>
                    <a:gd name="csX179" fmla="*/ 67255 w 120127"/>
                    <a:gd name="csY179" fmla="*/ 79521 h 137047"/>
                    <a:gd name="csX180" fmla="*/ 69793 w 120127"/>
                    <a:gd name="csY180" fmla="*/ 80790 h 137047"/>
                    <a:gd name="csX181" fmla="*/ 73600 w 120127"/>
                    <a:gd name="csY181" fmla="*/ 81213 h 137047"/>
                    <a:gd name="csX182" fmla="*/ 73600 w 120127"/>
                    <a:gd name="csY182" fmla="*/ 82059 h 137047"/>
                    <a:gd name="csX183" fmla="*/ 73177 w 120127"/>
                    <a:gd name="csY183" fmla="*/ 83751 h 137047"/>
                    <a:gd name="csX184" fmla="*/ 72754 w 120127"/>
                    <a:gd name="csY184" fmla="*/ 85020 h 137047"/>
                    <a:gd name="csX185" fmla="*/ 72331 w 120127"/>
                    <a:gd name="csY185" fmla="*/ 86289 h 137047"/>
                    <a:gd name="csX186" fmla="*/ 71485 w 120127"/>
                    <a:gd name="csY186" fmla="*/ 87981 h 137047"/>
                    <a:gd name="csX187" fmla="*/ 71062 w 120127"/>
                    <a:gd name="csY187" fmla="*/ 89673 h 137047"/>
                    <a:gd name="csX188" fmla="*/ 70639 w 120127"/>
                    <a:gd name="csY188" fmla="*/ 91365 h 137047"/>
                    <a:gd name="csX189" fmla="*/ 70216 w 120127"/>
                    <a:gd name="csY189" fmla="*/ 93057 h 137047"/>
                    <a:gd name="csX190" fmla="*/ 69793 w 120127"/>
                    <a:gd name="csY190" fmla="*/ 94749 h 137047"/>
                    <a:gd name="csX191" fmla="*/ 69370 w 120127"/>
                    <a:gd name="csY191" fmla="*/ 96441 h 137047"/>
                    <a:gd name="csX192" fmla="*/ 68947 w 120127"/>
                    <a:gd name="csY192" fmla="*/ 98556 h 137047"/>
                    <a:gd name="csX193" fmla="*/ 68524 w 120127"/>
                    <a:gd name="csY193" fmla="*/ 100671 h 137047"/>
                    <a:gd name="csX194" fmla="*/ 68101 w 120127"/>
                    <a:gd name="csY194" fmla="*/ 103209 h 137047"/>
                    <a:gd name="csX195" fmla="*/ 67678 w 120127"/>
                    <a:gd name="csY195" fmla="*/ 105746 h 137047"/>
                    <a:gd name="csX196" fmla="*/ 67255 w 120127"/>
                    <a:gd name="csY196" fmla="*/ 108707 h 137047"/>
                    <a:gd name="csX197" fmla="*/ 66832 w 120127"/>
                    <a:gd name="csY197" fmla="*/ 112091 h 137047"/>
                    <a:gd name="csX198" fmla="*/ 66409 w 120127"/>
                    <a:gd name="csY198" fmla="*/ 115898 h 137047"/>
                    <a:gd name="csX199" fmla="*/ 65986 w 120127"/>
                    <a:gd name="csY199" fmla="*/ 120974 h 137047"/>
                    <a:gd name="csX200" fmla="*/ 65986 w 120127"/>
                    <a:gd name="csY200" fmla="*/ 128165 h 137047"/>
                    <a:gd name="csX201" fmla="*/ 65140 w 120127"/>
                    <a:gd name="csY201" fmla="*/ 129011 h 137047"/>
                    <a:gd name="csX202" fmla="*/ 54988 w 120127"/>
                    <a:gd name="csY202" fmla="*/ 129011 h 137047"/>
                    <a:gd name="csX203" fmla="*/ 54142 w 120127"/>
                    <a:gd name="csY203" fmla="*/ 128165 h 137047"/>
                    <a:gd name="csX204" fmla="*/ 54142 w 120127"/>
                    <a:gd name="csY204" fmla="*/ 120128 h 137047"/>
                    <a:gd name="csX205" fmla="*/ 53719 w 120127"/>
                    <a:gd name="csY205" fmla="*/ 115475 h 137047"/>
                    <a:gd name="csX206" fmla="*/ 53296 w 120127"/>
                    <a:gd name="csY206" fmla="*/ 111668 h 137047"/>
                    <a:gd name="csX207" fmla="*/ 52873 w 120127"/>
                    <a:gd name="csY207" fmla="*/ 108284 h 137047"/>
                    <a:gd name="csX208" fmla="*/ 52450 w 120127"/>
                    <a:gd name="csY208" fmla="*/ 105746 h 137047"/>
                    <a:gd name="csX209" fmla="*/ 52027 w 120127"/>
                    <a:gd name="csY209" fmla="*/ 102786 h 137047"/>
                    <a:gd name="csX210" fmla="*/ 51604 w 120127"/>
                    <a:gd name="csY210" fmla="*/ 100671 h 137047"/>
                    <a:gd name="csX211" fmla="*/ 51181 w 120127"/>
                    <a:gd name="csY211" fmla="*/ 98556 h 137047"/>
                    <a:gd name="csX212" fmla="*/ 50758 w 120127"/>
                    <a:gd name="csY212" fmla="*/ 96441 h 137047"/>
                    <a:gd name="csX213" fmla="*/ 50335 w 120127"/>
                    <a:gd name="csY213" fmla="*/ 94749 h 137047"/>
                    <a:gd name="csX214" fmla="*/ 49912 w 120127"/>
                    <a:gd name="csY214" fmla="*/ 93057 h 137047"/>
                    <a:gd name="csX215" fmla="*/ 49489 w 120127"/>
                    <a:gd name="csY215" fmla="*/ 91365 h 137047"/>
                    <a:gd name="csX216" fmla="*/ 49066 w 120127"/>
                    <a:gd name="csY216" fmla="*/ 90096 h 137047"/>
                    <a:gd name="csX217" fmla="*/ 48220 w 120127"/>
                    <a:gd name="csY217" fmla="*/ 87981 h 137047"/>
                    <a:gd name="csX218" fmla="*/ 47797 w 120127"/>
                    <a:gd name="csY218" fmla="*/ 86289 h 137047"/>
                    <a:gd name="csX219" fmla="*/ 47374 w 120127"/>
                    <a:gd name="csY219" fmla="*/ 85020 h 137047"/>
                    <a:gd name="csX220" fmla="*/ 46951 w 120127"/>
                    <a:gd name="csY220" fmla="*/ 83328 h 137047"/>
                    <a:gd name="csX221" fmla="*/ 46528 w 120127"/>
                    <a:gd name="csY221" fmla="*/ 82059 h 137047"/>
                    <a:gd name="csX222" fmla="*/ 46951 w 120127"/>
                    <a:gd name="csY222" fmla="*/ 80790 h 137047"/>
                    <a:gd name="csX223" fmla="*/ 50335 w 120127"/>
                    <a:gd name="csY223" fmla="*/ 80790 h 137047"/>
                    <a:gd name="csX224" fmla="*/ 52027 w 120127"/>
                    <a:gd name="csY224" fmla="*/ 79944 h 137047"/>
                    <a:gd name="csX225" fmla="*/ 55834 w 120127"/>
                    <a:gd name="csY225" fmla="*/ 8460 h 137047"/>
                    <a:gd name="csX226" fmla="*/ 64294 w 120127"/>
                    <a:gd name="csY226" fmla="*/ 8460 h 137047"/>
                    <a:gd name="csX227" fmla="*/ 68101 w 120127"/>
                    <a:gd name="csY227" fmla="*/ 8883 h 137047"/>
                    <a:gd name="csX228" fmla="*/ 70216 w 120127"/>
                    <a:gd name="csY228" fmla="*/ 9306 h 137047"/>
                    <a:gd name="csX229" fmla="*/ 71908 w 120127"/>
                    <a:gd name="csY229" fmla="*/ 9729 h 137047"/>
                    <a:gd name="csX230" fmla="*/ 73600 w 120127"/>
                    <a:gd name="csY230" fmla="*/ 10152 h 137047"/>
                    <a:gd name="csX231" fmla="*/ 75291 w 120127"/>
                    <a:gd name="csY231" fmla="*/ 10575 h 137047"/>
                    <a:gd name="csX232" fmla="*/ 76560 w 120127"/>
                    <a:gd name="csY232" fmla="*/ 10998 h 137047"/>
                    <a:gd name="csX233" fmla="*/ 77829 w 120127"/>
                    <a:gd name="csY233" fmla="*/ 11421 h 137047"/>
                    <a:gd name="csX234" fmla="*/ 79098 w 120127"/>
                    <a:gd name="csY234" fmla="*/ 12267 h 137047"/>
                    <a:gd name="csX235" fmla="*/ 79944 w 120127"/>
                    <a:gd name="csY235" fmla="*/ 12267 h 137047"/>
                    <a:gd name="csX236" fmla="*/ 86712 w 120127"/>
                    <a:gd name="csY236" fmla="*/ 15650 h 137047"/>
                    <a:gd name="csX237" fmla="*/ 87981 w 120127"/>
                    <a:gd name="csY237" fmla="*/ 16496 h 137047"/>
                    <a:gd name="csX238" fmla="*/ 89250 w 120127"/>
                    <a:gd name="csY238" fmla="*/ 17342 h 137047"/>
                    <a:gd name="csX239" fmla="*/ 90942 w 120127"/>
                    <a:gd name="csY239" fmla="*/ 18611 h 137047"/>
                    <a:gd name="csX240" fmla="*/ 92211 w 120127"/>
                    <a:gd name="csY240" fmla="*/ 19457 h 137047"/>
                    <a:gd name="csX241" fmla="*/ 100248 w 120127"/>
                    <a:gd name="csY241" fmla="*/ 27494 h 137047"/>
                    <a:gd name="csX242" fmla="*/ 101517 w 120127"/>
                    <a:gd name="csY242" fmla="*/ 29186 h 137047"/>
                    <a:gd name="csX243" fmla="*/ 102786 w 120127"/>
                    <a:gd name="csY243" fmla="*/ 30878 h 137047"/>
                    <a:gd name="csX244" fmla="*/ 103632 w 120127"/>
                    <a:gd name="csY244" fmla="*/ 32147 h 137047"/>
                    <a:gd name="csX245" fmla="*/ 104477 w 120127"/>
                    <a:gd name="csY245" fmla="*/ 33416 h 137047"/>
                    <a:gd name="csX246" fmla="*/ 104900 w 120127"/>
                    <a:gd name="csY246" fmla="*/ 34685 h 137047"/>
                    <a:gd name="csX247" fmla="*/ 105746 w 120127"/>
                    <a:gd name="csY247" fmla="*/ 35531 h 137047"/>
                    <a:gd name="csX248" fmla="*/ 107438 w 120127"/>
                    <a:gd name="csY248" fmla="*/ 38915 h 137047"/>
                    <a:gd name="csX249" fmla="*/ 107438 w 120127"/>
                    <a:gd name="csY249" fmla="*/ 39761 h 137047"/>
                    <a:gd name="csX250" fmla="*/ 108284 w 120127"/>
                    <a:gd name="csY250" fmla="*/ 41030 h 137047"/>
                    <a:gd name="csX251" fmla="*/ 108707 w 120127"/>
                    <a:gd name="csY251" fmla="*/ 42299 h 137047"/>
                    <a:gd name="csX252" fmla="*/ 109130 w 120127"/>
                    <a:gd name="csY252" fmla="*/ 43568 h 137047"/>
                    <a:gd name="csX253" fmla="*/ 109553 w 120127"/>
                    <a:gd name="csY253" fmla="*/ 44836 h 137047"/>
                    <a:gd name="csX254" fmla="*/ 109976 w 120127"/>
                    <a:gd name="csY254" fmla="*/ 46105 h 137047"/>
                    <a:gd name="csX255" fmla="*/ 110399 w 120127"/>
                    <a:gd name="csY255" fmla="*/ 47797 h 137047"/>
                    <a:gd name="csX256" fmla="*/ 110822 w 120127"/>
                    <a:gd name="csY256" fmla="*/ 49489 h 137047"/>
                    <a:gd name="csX257" fmla="*/ 111245 w 120127"/>
                    <a:gd name="csY257" fmla="*/ 51604 h 137047"/>
                    <a:gd name="csX258" fmla="*/ 111668 w 120127"/>
                    <a:gd name="csY258" fmla="*/ 54142 h 137047"/>
                    <a:gd name="csX259" fmla="*/ 111668 w 120127"/>
                    <a:gd name="csY259" fmla="*/ 66832 h 137047"/>
                    <a:gd name="csX260" fmla="*/ 111245 w 120127"/>
                    <a:gd name="csY260" fmla="*/ 69370 h 137047"/>
                    <a:gd name="csX261" fmla="*/ 110822 w 120127"/>
                    <a:gd name="csY261" fmla="*/ 71485 h 137047"/>
                    <a:gd name="csX262" fmla="*/ 110399 w 120127"/>
                    <a:gd name="csY262" fmla="*/ 73177 h 137047"/>
                    <a:gd name="csX263" fmla="*/ 109976 w 120127"/>
                    <a:gd name="csY263" fmla="*/ 74445 h 137047"/>
                    <a:gd name="csX264" fmla="*/ 109553 w 120127"/>
                    <a:gd name="csY264" fmla="*/ 75714 h 137047"/>
                    <a:gd name="csX265" fmla="*/ 109130 w 120127"/>
                    <a:gd name="csY265" fmla="*/ 76983 h 137047"/>
                    <a:gd name="csX266" fmla="*/ 108707 w 120127"/>
                    <a:gd name="csY266" fmla="*/ 78252 h 137047"/>
                    <a:gd name="csX267" fmla="*/ 108284 w 120127"/>
                    <a:gd name="csY267" fmla="*/ 79521 h 137047"/>
                    <a:gd name="csX268" fmla="*/ 105323 w 120127"/>
                    <a:gd name="csY268" fmla="*/ 85443 h 137047"/>
                    <a:gd name="csX269" fmla="*/ 104477 w 120127"/>
                    <a:gd name="csY269" fmla="*/ 86289 h 137047"/>
                    <a:gd name="csX270" fmla="*/ 104054 w 120127"/>
                    <a:gd name="csY270" fmla="*/ 87558 h 137047"/>
                    <a:gd name="csX271" fmla="*/ 103209 w 120127"/>
                    <a:gd name="csY271" fmla="*/ 88827 h 137047"/>
                    <a:gd name="csX272" fmla="*/ 101940 w 120127"/>
                    <a:gd name="csY272" fmla="*/ 90519 h 137047"/>
                    <a:gd name="csX273" fmla="*/ 100671 w 120127"/>
                    <a:gd name="csY273" fmla="*/ 92211 h 137047"/>
                    <a:gd name="csX274" fmla="*/ 98556 w 120127"/>
                    <a:gd name="csY274" fmla="*/ 94749 h 137047"/>
                    <a:gd name="csX275" fmla="*/ 96018 w 120127"/>
                    <a:gd name="csY275" fmla="*/ 97287 h 137047"/>
                    <a:gd name="csX276" fmla="*/ 93903 w 120127"/>
                    <a:gd name="csY276" fmla="*/ 99825 h 137047"/>
                    <a:gd name="csX277" fmla="*/ 92634 w 120127"/>
                    <a:gd name="csY277" fmla="*/ 101517 h 137047"/>
                    <a:gd name="csX278" fmla="*/ 91788 w 120127"/>
                    <a:gd name="csY278" fmla="*/ 102786 h 137047"/>
                    <a:gd name="csX279" fmla="*/ 90942 w 120127"/>
                    <a:gd name="csY279" fmla="*/ 104054 h 137047"/>
                    <a:gd name="csX280" fmla="*/ 90096 w 120127"/>
                    <a:gd name="csY280" fmla="*/ 105323 h 137047"/>
                    <a:gd name="csX281" fmla="*/ 87135 w 120127"/>
                    <a:gd name="csY281" fmla="*/ 111245 h 137047"/>
                    <a:gd name="csX282" fmla="*/ 87135 w 120127"/>
                    <a:gd name="csY282" fmla="*/ 112091 h 137047"/>
                    <a:gd name="csX283" fmla="*/ 86289 w 120127"/>
                    <a:gd name="csY283" fmla="*/ 113360 h 137047"/>
                    <a:gd name="csX284" fmla="*/ 85866 w 120127"/>
                    <a:gd name="csY284" fmla="*/ 114629 h 137047"/>
                    <a:gd name="csX285" fmla="*/ 85443 w 120127"/>
                    <a:gd name="csY285" fmla="*/ 115898 h 137047"/>
                    <a:gd name="csX286" fmla="*/ 85020 w 120127"/>
                    <a:gd name="csY286" fmla="*/ 117167 h 137047"/>
                    <a:gd name="csX287" fmla="*/ 84597 w 120127"/>
                    <a:gd name="csY287" fmla="*/ 118859 h 137047"/>
                    <a:gd name="csX288" fmla="*/ 84174 w 120127"/>
                    <a:gd name="csY288" fmla="*/ 120551 h 137047"/>
                    <a:gd name="csX289" fmla="*/ 83751 w 120127"/>
                    <a:gd name="csY289" fmla="*/ 123089 h 137047"/>
                    <a:gd name="csX290" fmla="*/ 83751 w 120127"/>
                    <a:gd name="csY290" fmla="*/ 126050 h 137047"/>
                    <a:gd name="csX291" fmla="*/ 83328 w 120127"/>
                    <a:gd name="csY291" fmla="*/ 127742 h 137047"/>
                    <a:gd name="csX292" fmla="*/ 82059 w 120127"/>
                    <a:gd name="csY292" fmla="*/ 129011 h 137047"/>
                    <a:gd name="csX293" fmla="*/ 71062 w 120127"/>
                    <a:gd name="csY293" fmla="*/ 128588 h 137047"/>
                    <a:gd name="csX294" fmla="*/ 71062 w 120127"/>
                    <a:gd name="csY294" fmla="*/ 120128 h 137047"/>
                    <a:gd name="csX295" fmla="*/ 71485 w 120127"/>
                    <a:gd name="csY295" fmla="*/ 115898 h 137047"/>
                    <a:gd name="csX296" fmla="*/ 71908 w 120127"/>
                    <a:gd name="csY296" fmla="*/ 112514 h 137047"/>
                    <a:gd name="csX297" fmla="*/ 72331 w 120127"/>
                    <a:gd name="csY297" fmla="*/ 109130 h 137047"/>
                    <a:gd name="csX298" fmla="*/ 72754 w 120127"/>
                    <a:gd name="csY298" fmla="*/ 106169 h 137047"/>
                    <a:gd name="csX299" fmla="*/ 73177 w 120127"/>
                    <a:gd name="csY299" fmla="*/ 103632 h 137047"/>
                    <a:gd name="csX300" fmla="*/ 73600 w 120127"/>
                    <a:gd name="csY300" fmla="*/ 101094 h 137047"/>
                    <a:gd name="csX301" fmla="*/ 74023 w 120127"/>
                    <a:gd name="csY301" fmla="*/ 98979 h 137047"/>
                    <a:gd name="csX302" fmla="*/ 74445 w 120127"/>
                    <a:gd name="csY302" fmla="*/ 96864 h 137047"/>
                    <a:gd name="csX303" fmla="*/ 74868 w 120127"/>
                    <a:gd name="csY303" fmla="*/ 95172 h 137047"/>
                    <a:gd name="csX304" fmla="*/ 75291 w 120127"/>
                    <a:gd name="csY304" fmla="*/ 93480 h 137047"/>
                    <a:gd name="csX305" fmla="*/ 75714 w 120127"/>
                    <a:gd name="csY305" fmla="*/ 91788 h 137047"/>
                    <a:gd name="csX306" fmla="*/ 76137 w 120127"/>
                    <a:gd name="csY306" fmla="*/ 90096 h 137047"/>
                    <a:gd name="csX307" fmla="*/ 76560 w 120127"/>
                    <a:gd name="csY307" fmla="*/ 88827 h 137047"/>
                    <a:gd name="csX308" fmla="*/ 76983 w 120127"/>
                    <a:gd name="csY308" fmla="*/ 87135 h 137047"/>
                    <a:gd name="csX309" fmla="*/ 77406 w 120127"/>
                    <a:gd name="csY309" fmla="*/ 85866 h 137047"/>
                    <a:gd name="csX310" fmla="*/ 77829 w 120127"/>
                    <a:gd name="csY310" fmla="*/ 84597 h 137047"/>
                    <a:gd name="csX311" fmla="*/ 78252 w 120127"/>
                    <a:gd name="csY311" fmla="*/ 83328 h 137047"/>
                    <a:gd name="csX312" fmla="*/ 78675 w 120127"/>
                    <a:gd name="csY312" fmla="*/ 82059 h 137047"/>
                    <a:gd name="csX313" fmla="*/ 79521 w 120127"/>
                    <a:gd name="csY313" fmla="*/ 80790 h 137047"/>
                    <a:gd name="csX314" fmla="*/ 79521 w 120127"/>
                    <a:gd name="csY314" fmla="*/ 79944 h 137047"/>
                    <a:gd name="csX315" fmla="*/ 80367 w 120127"/>
                    <a:gd name="csY315" fmla="*/ 78675 h 137047"/>
                    <a:gd name="csX316" fmla="*/ 80367 w 120127"/>
                    <a:gd name="csY316" fmla="*/ 77829 h 137047"/>
                    <a:gd name="csX317" fmla="*/ 81636 w 120127"/>
                    <a:gd name="csY317" fmla="*/ 75714 h 137047"/>
                    <a:gd name="csX318" fmla="*/ 81636 w 120127"/>
                    <a:gd name="csY318" fmla="*/ 74868 h 137047"/>
                    <a:gd name="csX319" fmla="*/ 82482 w 120127"/>
                    <a:gd name="csY319" fmla="*/ 73177 h 137047"/>
                    <a:gd name="csX320" fmla="*/ 83328 w 120127"/>
                    <a:gd name="csY320" fmla="*/ 72331 h 137047"/>
                    <a:gd name="csX321" fmla="*/ 84597 w 120127"/>
                    <a:gd name="csY321" fmla="*/ 69793 h 137047"/>
                    <a:gd name="csX322" fmla="*/ 84597 w 120127"/>
                    <a:gd name="csY322" fmla="*/ 67678 h 137047"/>
                    <a:gd name="csX323" fmla="*/ 83328 w 120127"/>
                    <a:gd name="csY323" fmla="*/ 66409 h 137047"/>
                    <a:gd name="csX324" fmla="*/ 81213 w 120127"/>
                    <a:gd name="csY324" fmla="*/ 66409 h 137047"/>
                    <a:gd name="csX325" fmla="*/ 80367 w 120127"/>
                    <a:gd name="csY325" fmla="*/ 66832 h 137047"/>
                    <a:gd name="csX326" fmla="*/ 79521 w 120127"/>
                    <a:gd name="csY326" fmla="*/ 68101 h 137047"/>
                    <a:gd name="csX327" fmla="*/ 79098 w 120127"/>
                    <a:gd name="csY327" fmla="*/ 69370 h 137047"/>
                    <a:gd name="csX328" fmla="*/ 78252 w 120127"/>
                    <a:gd name="csY328" fmla="*/ 70216 h 137047"/>
                    <a:gd name="csX329" fmla="*/ 77829 w 120127"/>
                    <a:gd name="csY329" fmla="*/ 71485 h 137047"/>
                    <a:gd name="csX330" fmla="*/ 76983 w 120127"/>
                    <a:gd name="csY330" fmla="*/ 72754 h 137047"/>
                    <a:gd name="csX331" fmla="*/ 74445 w 120127"/>
                    <a:gd name="csY331" fmla="*/ 75291 h 137047"/>
                    <a:gd name="csX332" fmla="*/ 73600 w 120127"/>
                    <a:gd name="csY332" fmla="*/ 75714 h 137047"/>
                    <a:gd name="csX333" fmla="*/ 72754 w 120127"/>
                    <a:gd name="csY333" fmla="*/ 75714 h 137047"/>
                    <a:gd name="csX334" fmla="*/ 71062 w 120127"/>
                    <a:gd name="csY334" fmla="*/ 75714 h 137047"/>
                    <a:gd name="csX335" fmla="*/ 69370 w 120127"/>
                    <a:gd name="csY335" fmla="*/ 74023 h 137047"/>
                    <a:gd name="csX336" fmla="*/ 69370 w 120127"/>
                    <a:gd name="csY336" fmla="*/ 68101 h 137047"/>
                    <a:gd name="csX337" fmla="*/ 67678 w 120127"/>
                    <a:gd name="csY337" fmla="*/ 66409 h 137047"/>
                    <a:gd name="csX338" fmla="*/ 65986 w 120127"/>
                    <a:gd name="csY338" fmla="*/ 66409 h 137047"/>
                    <a:gd name="csX339" fmla="*/ 65140 w 120127"/>
                    <a:gd name="csY339" fmla="*/ 66832 h 137047"/>
                    <a:gd name="csX340" fmla="*/ 64294 w 120127"/>
                    <a:gd name="csY340" fmla="*/ 68524 h 137047"/>
                    <a:gd name="csX341" fmla="*/ 64294 w 120127"/>
                    <a:gd name="csY341" fmla="*/ 69793 h 137047"/>
                    <a:gd name="csX342" fmla="*/ 63871 w 120127"/>
                    <a:gd name="csY342" fmla="*/ 71062 h 137047"/>
                    <a:gd name="csX343" fmla="*/ 62602 w 120127"/>
                    <a:gd name="csY343" fmla="*/ 73600 h 137047"/>
                    <a:gd name="csX344" fmla="*/ 60910 w 120127"/>
                    <a:gd name="csY344" fmla="*/ 75291 h 137047"/>
                    <a:gd name="csX345" fmla="*/ 59218 w 120127"/>
                    <a:gd name="csY345" fmla="*/ 75291 h 137047"/>
                    <a:gd name="csX346" fmla="*/ 57526 w 120127"/>
                    <a:gd name="csY346" fmla="*/ 73600 h 137047"/>
                    <a:gd name="csX347" fmla="*/ 56257 w 120127"/>
                    <a:gd name="csY347" fmla="*/ 71062 h 137047"/>
                    <a:gd name="csX348" fmla="*/ 55834 w 120127"/>
                    <a:gd name="csY348" fmla="*/ 69793 h 137047"/>
                    <a:gd name="csX349" fmla="*/ 55834 w 120127"/>
                    <a:gd name="csY349" fmla="*/ 68524 h 137047"/>
                    <a:gd name="csX350" fmla="*/ 54988 w 120127"/>
                    <a:gd name="csY350" fmla="*/ 66832 h 137047"/>
                    <a:gd name="csX351" fmla="*/ 54142 w 120127"/>
                    <a:gd name="csY351" fmla="*/ 66409 h 137047"/>
                    <a:gd name="csX352" fmla="*/ 52450 w 120127"/>
                    <a:gd name="csY352" fmla="*/ 66409 h 137047"/>
                    <a:gd name="csX353" fmla="*/ 51604 w 120127"/>
                    <a:gd name="csY353" fmla="*/ 66832 h 137047"/>
                    <a:gd name="csX354" fmla="*/ 50758 w 120127"/>
                    <a:gd name="csY354" fmla="*/ 67678 h 137047"/>
                    <a:gd name="csX355" fmla="*/ 50758 w 120127"/>
                    <a:gd name="csY355" fmla="*/ 73600 h 137047"/>
                    <a:gd name="csX356" fmla="*/ 50335 w 120127"/>
                    <a:gd name="csY356" fmla="*/ 74445 h 137047"/>
                    <a:gd name="csX357" fmla="*/ 49066 w 120127"/>
                    <a:gd name="csY357" fmla="*/ 75714 h 137047"/>
                    <a:gd name="csX358" fmla="*/ 46528 w 120127"/>
                    <a:gd name="csY358" fmla="*/ 75714 h 137047"/>
                    <a:gd name="csX359" fmla="*/ 45682 w 120127"/>
                    <a:gd name="csY359" fmla="*/ 75291 h 137047"/>
                    <a:gd name="csX360" fmla="*/ 42722 w 120127"/>
                    <a:gd name="csY360" fmla="*/ 72331 h 137047"/>
                    <a:gd name="csX361" fmla="*/ 41876 w 120127"/>
                    <a:gd name="csY361" fmla="*/ 71062 h 137047"/>
                    <a:gd name="csX362" fmla="*/ 40607 w 120127"/>
                    <a:gd name="csY362" fmla="*/ 68101 h 137047"/>
                    <a:gd name="csX363" fmla="*/ 39761 w 120127"/>
                    <a:gd name="csY363" fmla="*/ 66832 h 137047"/>
                    <a:gd name="csX364" fmla="*/ 38915 w 120127"/>
                    <a:gd name="csY364" fmla="*/ 66409 h 137047"/>
                    <a:gd name="csX365" fmla="*/ 36800 w 120127"/>
                    <a:gd name="csY365" fmla="*/ 66409 h 137047"/>
                    <a:gd name="csX366" fmla="*/ 35531 w 120127"/>
                    <a:gd name="csY366" fmla="*/ 67678 h 137047"/>
                    <a:gd name="csX367" fmla="*/ 35531 w 120127"/>
                    <a:gd name="csY367" fmla="*/ 70216 h 137047"/>
                    <a:gd name="csX368" fmla="*/ 36377 w 120127"/>
                    <a:gd name="csY368" fmla="*/ 71062 h 137047"/>
                    <a:gd name="csX369" fmla="*/ 37223 w 120127"/>
                    <a:gd name="csY369" fmla="*/ 73177 h 137047"/>
                    <a:gd name="csX370" fmla="*/ 38069 w 120127"/>
                    <a:gd name="csY370" fmla="*/ 74023 h 137047"/>
                    <a:gd name="csX371" fmla="*/ 38069 w 120127"/>
                    <a:gd name="csY371" fmla="*/ 74868 h 137047"/>
                    <a:gd name="csX372" fmla="*/ 39761 w 120127"/>
                    <a:gd name="csY372" fmla="*/ 77829 h 137047"/>
                    <a:gd name="csX373" fmla="*/ 39761 w 120127"/>
                    <a:gd name="csY373" fmla="*/ 78675 h 137047"/>
                    <a:gd name="csX374" fmla="*/ 40607 w 120127"/>
                    <a:gd name="csY374" fmla="*/ 79944 h 137047"/>
                    <a:gd name="csX375" fmla="*/ 41030 w 120127"/>
                    <a:gd name="csY375" fmla="*/ 81213 h 137047"/>
                    <a:gd name="csX376" fmla="*/ 41453 w 120127"/>
                    <a:gd name="csY376" fmla="*/ 82482 h 137047"/>
                    <a:gd name="csX377" fmla="*/ 41876 w 120127"/>
                    <a:gd name="csY377" fmla="*/ 83751 h 137047"/>
                    <a:gd name="csX378" fmla="*/ 42299 w 120127"/>
                    <a:gd name="csY378" fmla="*/ 85020 h 137047"/>
                    <a:gd name="csX379" fmla="*/ 42722 w 120127"/>
                    <a:gd name="csY379" fmla="*/ 86289 h 137047"/>
                    <a:gd name="csX380" fmla="*/ 43145 w 120127"/>
                    <a:gd name="csY380" fmla="*/ 87558 h 137047"/>
                    <a:gd name="csX381" fmla="*/ 43568 w 120127"/>
                    <a:gd name="csY381" fmla="*/ 88827 h 137047"/>
                    <a:gd name="csX382" fmla="*/ 43991 w 120127"/>
                    <a:gd name="csY382" fmla="*/ 90519 h 137047"/>
                    <a:gd name="csX383" fmla="*/ 44414 w 120127"/>
                    <a:gd name="csY383" fmla="*/ 91788 h 137047"/>
                    <a:gd name="csX384" fmla="*/ 44836 w 120127"/>
                    <a:gd name="csY384" fmla="*/ 93480 h 137047"/>
                    <a:gd name="csX385" fmla="*/ 45259 w 120127"/>
                    <a:gd name="csY385" fmla="*/ 94749 h 137047"/>
                    <a:gd name="csX386" fmla="*/ 45682 w 120127"/>
                    <a:gd name="csY386" fmla="*/ 96864 h 137047"/>
                    <a:gd name="csX387" fmla="*/ 46105 w 120127"/>
                    <a:gd name="csY387" fmla="*/ 98979 h 137047"/>
                    <a:gd name="csX388" fmla="*/ 46528 w 120127"/>
                    <a:gd name="csY388" fmla="*/ 101094 h 137047"/>
                    <a:gd name="csX389" fmla="*/ 46951 w 120127"/>
                    <a:gd name="csY389" fmla="*/ 103632 h 137047"/>
                    <a:gd name="csX390" fmla="*/ 47374 w 120127"/>
                    <a:gd name="csY390" fmla="*/ 105746 h 137047"/>
                    <a:gd name="csX391" fmla="*/ 47797 w 120127"/>
                    <a:gd name="csY391" fmla="*/ 108707 h 137047"/>
                    <a:gd name="csX392" fmla="*/ 48220 w 120127"/>
                    <a:gd name="csY392" fmla="*/ 111668 h 137047"/>
                    <a:gd name="csX393" fmla="*/ 48643 w 120127"/>
                    <a:gd name="csY393" fmla="*/ 115052 h 137047"/>
                    <a:gd name="csX394" fmla="*/ 49066 w 120127"/>
                    <a:gd name="csY394" fmla="*/ 119282 h 137047"/>
                    <a:gd name="csX395" fmla="*/ 49489 w 120127"/>
                    <a:gd name="csY395" fmla="*/ 126896 h 137047"/>
                    <a:gd name="csX396" fmla="*/ 49489 w 120127"/>
                    <a:gd name="csY396" fmla="*/ 128165 h 137047"/>
                    <a:gd name="csX397" fmla="*/ 48643 w 120127"/>
                    <a:gd name="csY397" fmla="*/ 129011 h 137047"/>
                    <a:gd name="csX398" fmla="*/ 38069 w 120127"/>
                    <a:gd name="csY398" fmla="*/ 129011 h 137047"/>
                    <a:gd name="csX399" fmla="*/ 37223 w 120127"/>
                    <a:gd name="csY399" fmla="*/ 128588 h 137047"/>
                    <a:gd name="csX400" fmla="*/ 36377 w 120127"/>
                    <a:gd name="csY400" fmla="*/ 126050 h 137047"/>
                    <a:gd name="csX401" fmla="*/ 36377 w 120127"/>
                    <a:gd name="csY401" fmla="*/ 123089 h 137047"/>
                    <a:gd name="csX402" fmla="*/ 35954 w 120127"/>
                    <a:gd name="csY402" fmla="*/ 120974 h 137047"/>
                    <a:gd name="csX403" fmla="*/ 35531 w 120127"/>
                    <a:gd name="csY403" fmla="*/ 118859 h 137047"/>
                    <a:gd name="csX404" fmla="*/ 35108 w 120127"/>
                    <a:gd name="csY404" fmla="*/ 117590 h 137047"/>
                    <a:gd name="csX405" fmla="*/ 34685 w 120127"/>
                    <a:gd name="csY405" fmla="*/ 116321 h 137047"/>
                    <a:gd name="csX406" fmla="*/ 34262 w 120127"/>
                    <a:gd name="csY406" fmla="*/ 115052 h 137047"/>
                    <a:gd name="csX407" fmla="*/ 33839 w 120127"/>
                    <a:gd name="csY407" fmla="*/ 113783 h 137047"/>
                    <a:gd name="csX408" fmla="*/ 33416 w 120127"/>
                    <a:gd name="csY408" fmla="*/ 112514 h 137047"/>
                    <a:gd name="csX409" fmla="*/ 32570 w 120127"/>
                    <a:gd name="csY409" fmla="*/ 111245 h 137047"/>
                    <a:gd name="csX410" fmla="*/ 32570 w 120127"/>
                    <a:gd name="csY410" fmla="*/ 110399 h 137047"/>
                    <a:gd name="csX411" fmla="*/ 30878 w 120127"/>
                    <a:gd name="csY411" fmla="*/ 107015 h 137047"/>
                    <a:gd name="csX412" fmla="*/ 30032 w 120127"/>
                    <a:gd name="csY412" fmla="*/ 106169 h 137047"/>
                    <a:gd name="csX413" fmla="*/ 29186 w 120127"/>
                    <a:gd name="csY413" fmla="*/ 104054 h 137047"/>
                    <a:gd name="csX414" fmla="*/ 28340 w 120127"/>
                    <a:gd name="csY414" fmla="*/ 102786 h 137047"/>
                    <a:gd name="csX415" fmla="*/ 27494 w 120127"/>
                    <a:gd name="csY415" fmla="*/ 101517 h 137047"/>
                    <a:gd name="csX416" fmla="*/ 26225 w 120127"/>
                    <a:gd name="csY416" fmla="*/ 99825 h 137047"/>
                    <a:gd name="csX417" fmla="*/ 24533 w 120127"/>
                    <a:gd name="csY417" fmla="*/ 97710 h 137047"/>
                    <a:gd name="csX418" fmla="*/ 21572 w 120127"/>
                    <a:gd name="csY418" fmla="*/ 94749 h 137047"/>
                    <a:gd name="csX419" fmla="*/ 19034 w 120127"/>
                    <a:gd name="csY419" fmla="*/ 91788 h 137047"/>
                    <a:gd name="csX420" fmla="*/ 18188 w 120127"/>
                    <a:gd name="csY420" fmla="*/ 90519 h 137047"/>
                    <a:gd name="csX421" fmla="*/ 16919 w 120127"/>
                    <a:gd name="csY421" fmla="*/ 88827 h 137047"/>
                    <a:gd name="csX422" fmla="*/ 16073 w 120127"/>
                    <a:gd name="csY422" fmla="*/ 87558 h 137047"/>
                    <a:gd name="csX423" fmla="*/ 15227 w 120127"/>
                    <a:gd name="csY423" fmla="*/ 86289 h 137047"/>
                    <a:gd name="csX424" fmla="*/ 12267 w 120127"/>
                    <a:gd name="csY424" fmla="*/ 80367 h 137047"/>
                    <a:gd name="csX425" fmla="*/ 12267 w 120127"/>
                    <a:gd name="csY425" fmla="*/ 79521 h 137047"/>
                    <a:gd name="csX426" fmla="*/ 11421 w 120127"/>
                    <a:gd name="csY426" fmla="*/ 78252 h 137047"/>
                    <a:gd name="csX427" fmla="*/ 10998 w 120127"/>
                    <a:gd name="csY427" fmla="*/ 76983 h 137047"/>
                    <a:gd name="csX428" fmla="*/ 10575 w 120127"/>
                    <a:gd name="csY428" fmla="*/ 75714 h 137047"/>
                    <a:gd name="csX429" fmla="*/ 10152 w 120127"/>
                    <a:gd name="csY429" fmla="*/ 74445 h 137047"/>
                    <a:gd name="csX430" fmla="*/ 9729 w 120127"/>
                    <a:gd name="csY430" fmla="*/ 73177 h 137047"/>
                    <a:gd name="csX431" fmla="*/ 9306 w 120127"/>
                    <a:gd name="csY431" fmla="*/ 71062 h 137047"/>
                    <a:gd name="csX432" fmla="*/ 8883 w 120127"/>
                    <a:gd name="csY432" fmla="*/ 68947 h 137047"/>
                    <a:gd name="csX433" fmla="*/ 8460 w 120127"/>
                    <a:gd name="csY433" fmla="*/ 65986 h 137047"/>
                    <a:gd name="csX434" fmla="*/ 8460 w 120127"/>
                    <a:gd name="csY434" fmla="*/ 54988 h 137047"/>
                    <a:gd name="csX435" fmla="*/ 8883 w 120127"/>
                    <a:gd name="csY435" fmla="*/ 52027 h 137047"/>
                    <a:gd name="csX436" fmla="*/ 9306 w 120127"/>
                    <a:gd name="csY436" fmla="*/ 49489 h 137047"/>
                    <a:gd name="csX437" fmla="*/ 9729 w 120127"/>
                    <a:gd name="csY437" fmla="*/ 47797 h 137047"/>
                    <a:gd name="csX438" fmla="*/ 10152 w 120127"/>
                    <a:gd name="csY438" fmla="*/ 46105 h 137047"/>
                    <a:gd name="csX439" fmla="*/ 10575 w 120127"/>
                    <a:gd name="csY439" fmla="*/ 44836 h 137047"/>
                    <a:gd name="csX440" fmla="*/ 10998 w 120127"/>
                    <a:gd name="csY440" fmla="*/ 43568 h 137047"/>
                    <a:gd name="csX441" fmla="*/ 11421 w 120127"/>
                    <a:gd name="csY441" fmla="*/ 42299 h 137047"/>
                    <a:gd name="csX442" fmla="*/ 12267 w 120127"/>
                    <a:gd name="csY442" fmla="*/ 41030 h 137047"/>
                    <a:gd name="csX443" fmla="*/ 12267 w 120127"/>
                    <a:gd name="csY443" fmla="*/ 40184 h 137047"/>
                    <a:gd name="csX444" fmla="*/ 15227 w 120127"/>
                    <a:gd name="csY444" fmla="*/ 34262 h 137047"/>
                    <a:gd name="csX445" fmla="*/ 16073 w 120127"/>
                    <a:gd name="csY445" fmla="*/ 33416 h 137047"/>
                    <a:gd name="csX446" fmla="*/ 16496 w 120127"/>
                    <a:gd name="csY446" fmla="*/ 32147 h 137047"/>
                    <a:gd name="csX447" fmla="*/ 17342 w 120127"/>
                    <a:gd name="csY447" fmla="*/ 30878 h 137047"/>
                    <a:gd name="csX448" fmla="*/ 18611 w 120127"/>
                    <a:gd name="csY448" fmla="*/ 29186 h 137047"/>
                    <a:gd name="csX449" fmla="*/ 19880 w 120127"/>
                    <a:gd name="csY449" fmla="*/ 27494 h 137047"/>
                    <a:gd name="csX450" fmla="*/ 27494 w 120127"/>
                    <a:gd name="csY450" fmla="*/ 19880 h 137047"/>
                    <a:gd name="csX451" fmla="*/ 29186 w 120127"/>
                    <a:gd name="csY451" fmla="*/ 18611 h 137047"/>
                    <a:gd name="csX452" fmla="*/ 30455 w 120127"/>
                    <a:gd name="csY452" fmla="*/ 17765 h 137047"/>
                    <a:gd name="csX453" fmla="*/ 31724 w 120127"/>
                    <a:gd name="csY453" fmla="*/ 16919 h 137047"/>
                    <a:gd name="csX454" fmla="*/ 32993 w 120127"/>
                    <a:gd name="csY454" fmla="*/ 16073 h 137047"/>
                    <a:gd name="csX455" fmla="*/ 34262 w 120127"/>
                    <a:gd name="csY455" fmla="*/ 15227 h 137047"/>
                    <a:gd name="csX456" fmla="*/ 40184 w 120127"/>
                    <a:gd name="csY456" fmla="*/ 12267 h 137047"/>
                    <a:gd name="csX457" fmla="*/ 41030 w 120127"/>
                    <a:gd name="csY457" fmla="*/ 12267 h 137047"/>
                    <a:gd name="csX458" fmla="*/ 42299 w 120127"/>
                    <a:gd name="csY458" fmla="*/ 11421 h 137047"/>
                    <a:gd name="csX459" fmla="*/ 43568 w 120127"/>
                    <a:gd name="csY459" fmla="*/ 10998 h 137047"/>
                    <a:gd name="csX460" fmla="*/ 44836 w 120127"/>
                    <a:gd name="csY460" fmla="*/ 10575 h 137047"/>
                    <a:gd name="csX461" fmla="*/ 46528 w 120127"/>
                    <a:gd name="csY461" fmla="*/ 10152 h 137047"/>
                    <a:gd name="csX462" fmla="*/ 48220 w 120127"/>
                    <a:gd name="csY462" fmla="*/ 9729 h 137047"/>
                    <a:gd name="csX463" fmla="*/ 49912 w 120127"/>
                    <a:gd name="csY463" fmla="*/ 9306 h 137047"/>
                    <a:gd name="csX464" fmla="*/ 52450 w 120127"/>
                    <a:gd name="csY464" fmla="*/ 8883 h 137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  <a:cxn ang="0">
                      <a:pos x="csX191" y="csY191"/>
                    </a:cxn>
                    <a:cxn ang="0">
                      <a:pos x="csX192" y="csY192"/>
                    </a:cxn>
                    <a:cxn ang="0">
                      <a:pos x="csX193" y="csY193"/>
                    </a:cxn>
                    <a:cxn ang="0">
                      <a:pos x="csX194" y="csY194"/>
                    </a:cxn>
                    <a:cxn ang="0">
                      <a:pos x="csX195" y="csY195"/>
                    </a:cxn>
                    <a:cxn ang="0">
                      <a:pos x="csX196" y="csY196"/>
                    </a:cxn>
                    <a:cxn ang="0">
                      <a:pos x="csX197" y="csY197"/>
                    </a:cxn>
                    <a:cxn ang="0">
                      <a:pos x="csX198" y="csY198"/>
                    </a:cxn>
                    <a:cxn ang="0">
                      <a:pos x="csX199" y="csY199"/>
                    </a:cxn>
                    <a:cxn ang="0">
                      <a:pos x="csX200" y="csY200"/>
                    </a:cxn>
                    <a:cxn ang="0">
                      <a:pos x="csX201" y="csY201"/>
                    </a:cxn>
                    <a:cxn ang="0">
                      <a:pos x="csX202" y="csY202"/>
                    </a:cxn>
                    <a:cxn ang="0">
                      <a:pos x="csX203" y="csY203"/>
                    </a:cxn>
                    <a:cxn ang="0">
                      <a:pos x="csX204" y="csY204"/>
                    </a:cxn>
                    <a:cxn ang="0">
                      <a:pos x="csX205" y="csY205"/>
                    </a:cxn>
                    <a:cxn ang="0">
                      <a:pos x="csX206" y="csY206"/>
                    </a:cxn>
                    <a:cxn ang="0">
                      <a:pos x="csX207" y="csY207"/>
                    </a:cxn>
                    <a:cxn ang="0">
                      <a:pos x="csX208" y="csY208"/>
                    </a:cxn>
                    <a:cxn ang="0">
                      <a:pos x="csX209" y="csY209"/>
                    </a:cxn>
                    <a:cxn ang="0">
                      <a:pos x="csX210" y="csY210"/>
                    </a:cxn>
                    <a:cxn ang="0">
                      <a:pos x="csX211" y="csY211"/>
                    </a:cxn>
                    <a:cxn ang="0">
                      <a:pos x="csX212" y="csY212"/>
                    </a:cxn>
                    <a:cxn ang="0">
                      <a:pos x="csX213" y="csY213"/>
                    </a:cxn>
                    <a:cxn ang="0">
                      <a:pos x="csX214" y="csY214"/>
                    </a:cxn>
                    <a:cxn ang="0">
                      <a:pos x="csX215" y="csY215"/>
                    </a:cxn>
                    <a:cxn ang="0">
                      <a:pos x="csX216" y="csY216"/>
                    </a:cxn>
                    <a:cxn ang="0">
                      <a:pos x="csX217" y="csY217"/>
                    </a:cxn>
                    <a:cxn ang="0">
                      <a:pos x="csX218" y="csY218"/>
                    </a:cxn>
                    <a:cxn ang="0">
                      <a:pos x="csX219" y="csY219"/>
                    </a:cxn>
                    <a:cxn ang="0">
                      <a:pos x="csX220" y="csY220"/>
                    </a:cxn>
                    <a:cxn ang="0">
                      <a:pos x="csX221" y="csY221"/>
                    </a:cxn>
                    <a:cxn ang="0">
                      <a:pos x="csX222" y="csY222"/>
                    </a:cxn>
                    <a:cxn ang="0">
                      <a:pos x="csX223" y="csY223"/>
                    </a:cxn>
                    <a:cxn ang="0">
                      <a:pos x="csX224" y="csY224"/>
                    </a:cxn>
                    <a:cxn ang="0">
                      <a:pos x="csX225" y="csY225"/>
                    </a:cxn>
                    <a:cxn ang="0">
                      <a:pos x="csX226" y="csY226"/>
                    </a:cxn>
                    <a:cxn ang="0">
                      <a:pos x="csX227" y="csY227"/>
                    </a:cxn>
                    <a:cxn ang="0">
                      <a:pos x="csX228" y="csY228"/>
                    </a:cxn>
                    <a:cxn ang="0">
                      <a:pos x="csX229" y="csY229"/>
                    </a:cxn>
                    <a:cxn ang="0">
                      <a:pos x="csX230" y="csY230"/>
                    </a:cxn>
                    <a:cxn ang="0">
                      <a:pos x="csX231" y="csY231"/>
                    </a:cxn>
                    <a:cxn ang="0">
                      <a:pos x="csX232" y="csY232"/>
                    </a:cxn>
                    <a:cxn ang="0">
                      <a:pos x="csX233" y="csY233"/>
                    </a:cxn>
                    <a:cxn ang="0">
                      <a:pos x="csX234" y="csY234"/>
                    </a:cxn>
                    <a:cxn ang="0">
                      <a:pos x="csX235" y="csY235"/>
                    </a:cxn>
                    <a:cxn ang="0">
                      <a:pos x="csX236" y="csY236"/>
                    </a:cxn>
                    <a:cxn ang="0">
                      <a:pos x="csX237" y="csY237"/>
                    </a:cxn>
                    <a:cxn ang="0">
                      <a:pos x="csX238" y="csY238"/>
                    </a:cxn>
                    <a:cxn ang="0">
                      <a:pos x="csX239" y="csY239"/>
                    </a:cxn>
                    <a:cxn ang="0">
                      <a:pos x="csX240" y="csY240"/>
                    </a:cxn>
                    <a:cxn ang="0">
                      <a:pos x="csX241" y="csY241"/>
                    </a:cxn>
                    <a:cxn ang="0">
                      <a:pos x="csX242" y="csY242"/>
                    </a:cxn>
                    <a:cxn ang="0">
                      <a:pos x="csX243" y="csY243"/>
                    </a:cxn>
                    <a:cxn ang="0">
                      <a:pos x="csX244" y="csY244"/>
                    </a:cxn>
                    <a:cxn ang="0">
                      <a:pos x="csX245" y="csY245"/>
                    </a:cxn>
                    <a:cxn ang="0">
                      <a:pos x="csX246" y="csY246"/>
                    </a:cxn>
                    <a:cxn ang="0">
                      <a:pos x="csX247" y="csY247"/>
                    </a:cxn>
                    <a:cxn ang="0">
                      <a:pos x="csX248" y="csY248"/>
                    </a:cxn>
                    <a:cxn ang="0">
                      <a:pos x="csX249" y="csY249"/>
                    </a:cxn>
                    <a:cxn ang="0">
                      <a:pos x="csX250" y="csY250"/>
                    </a:cxn>
                    <a:cxn ang="0">
                      <a:pos x="csX251" y="csY251"/>
                    </a:cxn>
                    <a:cxn ang="0">
                      <a:pos x="csX252" y="csY252"/>
                    </a:cxn>
                    <a:cxn ang="0">
                      <a:pos x="csX253" y="csY253"/>
                    </a:cxn>
                    <a:cxn ang="0">
                      <a:pos x="csX254" y="csY254"/>
                    </a:cxn>
                    <a:cxn ang="0">
                      <a:pos x="csX255" y="csY255"/>
                    </a:cxn>
                    <a:cxn ang="0">
                      <a:pos x="csX256" y="csY256"/>
                    </a:cxn>
                    <a:cxn ang="0">
                      <a:pos x="csX257" y="csY257"/>
                    </a:cxn>
                    <a:cxn ang="0">
                      <a:pos x="csX258" y="csY258"/>
                    </a:cxn>
                    <a:cxn ang="0">
                      <a:pos x="csX259" y="csY259"/>
                    </a:cxn>
                    <a:cxn ang="0">
                      <a:pos x="csX260" y="csY260"/>
                    </a:cxn>
                    <a:cxn ang="0">
                      <a:pos x="csX261" y="csY261"/>
                    </a:cxn>
                    <a:cxn ang="0">
                      <a:pos x="csX262" y="csY262"/>
                    </a:cxn>
                    <a:cxn ang="0">
                      <a:pos x="csX263" y="csY263"/>
                    </a:cxn>
                    <a:cxn ang="0">
                      <a:pos x="csX264" y="csY264"/>
                    </a:cxn>
                    <a:cxn ang="0">
                      <a:pos x="csX265" y="csY265"/>
                    </a:cxn>
                    <a:cxn ang="0">
                      <a:pos x="csX266" y="csY266"/>
                    </a:cxn>
                    <a:cxn ang="0">
                      <a:pos x="csX267" y="csY267"/>
                    </a:cxn>
                    <a:cxn ang="0">
                      <a:pos x="csX268" y="csY268"/>
                    </a:cxn>
                    <a:cxn ang="0">
                      <a:pos x="csX269" y="csY269"/>
                    </a:cxn>
                    <a:cxn ang="0">
                      <a:pos x="csX270" y="csY270"/>
                    </a:cxn>
                    <a:cxn ang="0">
                      <a:pos x="csX271" y="csY271"/>
                    </a:cxn>
                    <a:cxn ang="0">
                      <a:pos x="csX272" y="csY272"/>
                    </a:cxn>
                    <a:cxn ang="0">
                      <a:pos x="csX273" y="csY273"/>
                    </a:cxn>
                    <a:cxn ang="0">
                      <a:pos x="csX274" y="csY274"/>
                    </a:cxn>
                    <a:cxn ang="0">
                      <a:pos x="csX275" y="csY275"/>
                    </a:cxn>
                    <a:cxn ang="0">
                      <a:pos x="csX276" y="csY276"/>
                    </a:cxn>
                    <a:cxn ang="0">
                      <a:pos x="csX277" y="csY277"/>
                    </a:cxn>
                    <a:cxn ang="0">
                      <a:pos x="csX278" y="csY278"/>
                    </a:cxn>
                    <a:cxn ang="0">
                      <a:pos x="csX279" y="csY279"/>
                    </a:cxn>
                    <a:cxn ang="0">
                      <a:pos x="csX280" y="csY280"/>
                    </a:cxn>
                    <a:cxn ang="0">
                      <a:pos x="csX281" y="csY281"/>
                    </a:cxn>
                    <a:cxn ang="0">
                      <a:pos x="csX282" y="csY282"/>
                    </a:cxn>
                    <a:cxn ang="0">
                      <a:pos x="csX283" y="csY283"/>
                    </a:cxn>
                    <a:cxn ang="0">
                      <a:pos x="csX284" y="csY284"/>
                    </a:cxn>
                    <a:cxn ang="0">
                      <a:pos x="csX285" y="csY285"/>
                    </a:cxn>
                    <a:cxn ang="0">
                      <a:pos x="csX286" y="csY286"/>
                    </a:cxn>
                    <a:cxn ang="0">
                      <a:pos x="csX287" y="csY287"/>
                    </a:cxn>
                    <a:cxn ang="0">
                      <a:pos x="csX288" y="csY288"/>
                    </a:cxn>
                    <a:cxn ang="0">
                      <a:pos x="csX289" y="csY289"/>
                    </a:cxn>
                    <a:cxn ang="0">
                      <a:pos x="csX290" y="csY290"/>
                    </a:cxn>
                    <a:cxn ang="0">
                      <a:pos x="csX291" y="csY291"/>
                    </a:cxn>
                    <a:cxn ang="0">
                      <a:pos x="csX292" y="csY292"/>
                    </a:cxn>
                    <a:cxn ang="0">
                      <a:pos x="csX293" y="csY293"/>
                    </a:cxn>
                    <a:cxn ang="0">
                      <a:pos x="csX294" y="csY294"/>
                    </a:cxn>
                    <a:cxn ang="0">
                      <a:pos x="csX295" y="csY295"/>
                    </a:cxn>
                    <a:cxn ang="0">
                      <a:pos x="csX296" y="csY296"/>
                    </a:cxn>
                    <a:cxn ang="0">
                      <a:pos x="csX297" y="csY297"/>
                    </a:cxn>
                    <a:cxn ang="0">
                      <a:pos x="csX298" y="csY298"/>
                    </a:cxn>
                    <a:cxn ang="0">
                      <a:pos x="csX299" y="csY299"/>
                    </a:cxn>
                    <a:cxn ang="0">
                      <a:pos x="csX300" y="csY300"/>
                    </a:cxn>
                    <a:cxn ang="0">
                      <a:pos x="csX301" y="csY301"/>
                    </a:cxn>
                    <a:cxn ang="0">
                      <a:pos x="csX302" y="csY302"/>
                    </a:cxn>
                    <a:cxn ang="0">
                      <a:pos x="csX303" y="csY303"/>
                    </a:cxn>
                    <a:cxn ang="0">
                      <a:pos x="csX304" y="csY304"/>
                    </a:cxn>
                    <a:cxn ang="0">
                      <a:pos x="csX305" y="csY305"/>
                    </a:cxn>
                    <a:cxn ang="0">
                      <a:pos x="csX306" y="csY306"/>
                    </a:cxn>
                    <a:cxn ang="0">
                      <a:pos x="csX307" y="csY307"/>
                    </a:cxn>
                    <a:cxn ang="0">
                      <a:pos x="csX308" y="csY308"/>
                    </a:cxn>
                    <a:cxn ang="0">
                      <a:pos x="csX309" y="csY309"/>
                    </a:cxn>
                    <a:cxn ang="0">
                      <a:pos x="csX310" y="csY310"/>
                    </a:cxn>
                    <a:cxn ang="0">
                      <a:pos x="csX311" y="csY311"/>
                    </a:cxn>
                    <a:cxn ang="0">
                      <a:pos x="csX312" y="csY312"/>
                    </a:cxn>
                    <a:cxn ang="0">
                      <a:pos x="csX313" y="csY313"/>
                    </a:cxn>
                    <a:cxn ang="0">
                      <a:pos x="csX314" y="csY314"/>
                    </a:cxn>
                    <a:cxn ang="0">
                      <a:pos x="csX315" y="csY315"/>
                    </a:cxn>
                    <a:cxn ang="0">
                      <a:pos x="csX316" y="csY316"/>
                    </a:cxn>
                    <a:cxn ang="0">
                      <a:pos x="csX317" y="csY317"/>
                    </a:cxn>
                    <a:cxn ang="0">
                      <a:pos x="csX318" y="csY318"/>
                    </a:cxn>
                    <a:cxn ang="0">
                      <a:pos x="csX319" y="csY319"/>
                    </a:cxn>
                    <a:cxn ang="0">
                      <a:pos x="csX320" y="csY320"/>
                    </a:cxn>
                    <a:cxn ang="0">
                      <a:pos x="csX321" y="csY321"/>
                    </a:cxn>
                    <a:cxn ang="0">
                      <a:pos x="csX322" y="csY322"/>
                    </a:cxn>
                    <a:cxn ang="0">
                      <a:pos x="csX323" y="csY323"/>
                    </a:cxn>
                    <a:cxn ang="0">
                      <a:pos x="csX324" y="csY324"/>
                    </a:cxn>
                    <a:cxn ang="0">
                      <a:pos x="csX325" y="csY325"/>
                    </a:cxn>
                    <a:cxn ang="0">
                      <a:pos x="csX326" y="csY326"/>
                    </a:cxn>
                    <a:cxn ang="0">
                      <a:pos x="csX327" y="csY327"/>
                    </a:cxn>
                    <a:cxn ang="0">
                      <a:pos x="csX328" y="csY328"/>
                    </a:cxn>
                    <a:cxn ang="0">
                      <a:pos x="csX329" y="csY329"/>
                    </a:cxn>
                    <a:cxn ang="0">
                      <a:pos x="csX330" y="csY330"/>
                    </a:cxn>
                    <a:cxn ang="0">
                      <a:pos x="csX331" y="csY331"/>
                    </a:cxn>
                    <a:cxn ang="0">
                      <a:pos x="csX332" y="csY332"/>
                    </a:cxn>
                    <a:cxn ang="0">
                      <a:pos x="csX333" y="csY333"/>
                    </a:cxn>
                    <a:cxn ang="0">
                      <a:pos x="csX334" y="csY334"/>
                    </a:cxn>
                    <a:cxn ang="0">
                      <a:pos x="csX335" y="csY335"/>
                    </a:cxn>
                    <a:cxn ang="0">
                      <a:pos x="csX336" y="csY336"/>
                    </a:cxn>
                    <a:cxn ang="0">
                      <a:pos x="csX337" y="csY337"/>
                    </a:cxn>
                    <a:cxn ang="0">
                      <a:pos x="csX338" y="csY338"/>
                    </a:cxn>
                    <a:cxn ang="0">
                      <a:pos x="csX339" y="csY339"/>
                    </a:cxn>
                    <a:cxn ang="0">
                      <a:pos x="csX340" y="csY340"/>
                    </a:cxn>
                    <a:cxn ang="0">
                      <a:pos x="csX341" y="csY341"/>
                    </a:cxn>
                    <a:cxn ang="0">
                      <a:pos x="csX342" y="csY342"/>
                    </a:cxn>
                    <a:cxn ang="0">
                      <a:pos x="csX343" y="csY343"/>
                    </a:cxn>
                    <a:cxn ang="0">
                      <a:pos x="csX344" y="csY344"/>
                    </a:cxn>
                    <a:cxn ang="0">
                      <a:pos x="csX345" y="csY345"/>
                    </a:cxn>
                    <a:cxn ang="0">
                      <a:pos x="csX346" y="csY346"/>
                    </a:cxn>
                    <a:cxn ang="0">
                      <a:pos x="csX347" y="csY347"/>
                    </a:cxn>
                    <a:cxn ang="0">
                      <a:pos x="csX348" y="csY348"/>
                    </a:cxn>
                    <a:cxn ang="0">
                      <a:pos x="csX349" y="csY349"/>
                    </a:cxn>
                    <a:cxn ang="0">
                      <a:pos x="csX350" y="csY350"/>
                    </a:cxn>
                    <a:cxn ang="0">
                      <a:pos x="csX351" y="csY351"/>
                    </a:cxn>
                    <a:cxn ang="0">
                      <a:pos x="csX352" y="csY352"/>
                    </a:cxn>
                    <a:cxn ang="0">
                      <a:pos x="csX353" y="csY353"/>
                    </a:cxn>
                    <a:cxn ang="0">
                      <a:pos x="csX354" y="csY354"/>
                    </a:cxn>
                    <a:cxn ang="0">
                      <a:pos x="csX355" y="csY355"/>
                    </a:cxn>
                    <a:cxn ang="0">
                      <a:pos x="csX356" y="csY356"/>
                    </a:cxn>
                    <a:cxn ang="0">
                      <a:pos x="csX357" y="csY357"/>
                    </a:cxn>
                    <a:cxn ang="0">
                      <a:pos x="csX358" y="csY358"/>
                    </a:cxn>
                    <a:cxn ang="0">
                      <a:pos x="csX359" y="csY359"/>
                    </a:cxn>
                    <a:cxn ang="0">
                      <a:pos x="csX360" y="csY360"/>
                    </a:cxn>
                    <a:cxn ang="0">
                      <a:pos x="csX361" y="csY361"/>
                    </a:cxn>
                    <a:cxn ang="0">
                      <a:pos x="csX362" y="csY362"/>
                    </a:cxn>
                    <a:cxn ang="0">
                      <a:pos x="csX363" y="csY363"/>
                    </a:cxn>
                    <a:cxn ang="0">
                      <a:pos x="csX364" y="csY364"/>
                    </a:cxn>
                    <a:cxn ang="0">
                      <a:pos x="csX365" y="csY365"/>
                    </a:cxn>
                    <a:cxn ang="0">
                      <a:pos x="csX366" y="csY366"/>
                    </a:cxn>
                    <a:cxn ang="0">
                      <a:pos x="csX367" y="csY367"/>
                    </a:cxn>
                    <a:cxn ang="0">
                      <a:pos x="csX368" y="csY368"/>
                    </a:cxn>
                    <a:cxn ang="0">
                      <a:pos x="csX369" y="csY369"/>
                    </a:cxn>
                    <a:cxn ang="0">
                      <a:pos x="csX370" y="csY370"/>
                    </a:cxn>
                    <a:cxn ang="0">
                      <a:pos x="csX371" y="csY371"/>
                    </a:cxn>
                    <a:cxn ang="0">
                      <a:pos x="csX372" y="csY372"/>
                    </a:cxn>
                    <a:cxn ang="0">
                      <a:pos x="csX373" y="csY373"/>
                    </a:cxn>
                    <a:cxn ang="0">
                      <a:pos x="csX374" y="csY374"/>
                    </a:cxn>
                    <a:cxn ang="0">
                      <a:pos x="csX375" y="csY375"/>
                    </a:cxn>
                    <a:cxn ang="0">
                      <a:pos x="csX376" y="csY376"/>
                    </a:cxn>
                    <a:cxn ang="0">
                      <a:pos x="csX377" y="csY377"/>
                    </a:cxn>
                    <a:cxn ang="0">
                      <a:pos x="csX378" y="csY378"/>
                    </a:cxn>
                    <a:cxn ang="0">
                      <a:pos x="csX379" y="csY379"/>
                    </a:cxn>
                    <a:cxn ang="0">
                      <a:pos x="csX380" y="csY380"/>
                    </a:cxn>
                    <a:cxn ang="0">
                      <a:pos x="csX381" y="csY381"/>
                    </a:cxn>
                    <a:cxn ang="0">
                      <a:pos x="csX382" y="csY382"/>
                    </a:cxn>
                    <a:cxn ang="0">
                      <a:pos x="csX383" y="csY383"/>
                    </a:cxn>
                    <a:cxn ang="0">
                      <a:pos x="csX384" y="csY384"/>
                    </a:cxn>
                    <a:cxn ang="0">
                      <a:pos x="csX385" y="csY385"/>
                    </a:cxn>
                    <a:cxn ang="0">
                      <a:pos x="csX386" y="csY386"/>
                    </a:cxn>
                    <a:cxn ang="0">
                      <a:pos x="csX387" y="csY387"/>
                    </a:cxn>
                    <a:cxn ang="0">
                      <a:pos x="csX388" y="csY388"/>
                    </a:cxn>
                    <a:cxn ang="0">
                      <a:pos x="csX389" y="csY389"/>
                    </a:cxn>
                    <a:cxn ang="0">
                      <a:pos x="csX390" y="csY390"/>
                    </a:cxn>
                    <a:cxn ang="0">
                      <a:pos x="csX391" y="csY391"/>
                    </a:cxn>
                    <a:cxn ang="0">
                      <a:pos x="csX392" y="csY392"/>
                    </a:cxn>
                    <a:cxn ang="0">
                      <a:pos x="csX393" y="csY393"/>
                    </a:cxn>
                    <a:cxn ang="0">
                      <a:pos x="csX394" y="csY394"/>
                    </a:cxn>
                    <a:cxn ang="0">
                      <a:pos x="csX395" y="csY395"/>
                    </a:cxn>
                    <a:cxn ang="0">
                      <a:pos x="csX396" y="csY396"/>
                    </a:cxn>
                    <a:cxn ang="0">
                      <a:pos x="csX397" y="csY397"/>
                    </a:cxn>
                    <a:cxn ang="0">
                      <a:pos x="csX398" y="csY398"/>
                    </a:cxn>
                    <a:cxn ang="0">
                      <a:pos x="csX399" y="csY399"/>
                    </a:cxn>
                    <a:cxn ang="0">
                      <a:pos x="csX400" y="csY400"/>
                    </a:cxn>
                    <a:cxn ang="0">
                      <a:pos x="csX401" y="csY401"/>
                    </a:cxn>
                    <a:cxn ang="0">
                      <a:pos x="csX402" y="csY402"/>
                    </a:cxn>
                    <a:cxn ang="0">
                      <a:pos x="csX403" y="csY403"/>
                    </a:cxn>
                    <a:cxn ang="0">
                      <a:pos x="csX404" y="csY404"/>
                    </a:cxn>
                    <a:cxn ang="0">
                      <a:pos x="csX405" y="csY405"/>
                    </a:cxn>
                    <a:cxn ang="0">
                      <a:pos x="csX406" y="csY406"/>
                    </a:cxn>
                    <a:cxn ang="0">
                      <a:pos x="csX407" y="csY407"/>
                    </a:cxn>
                    <a:cxn ang="0">
                      <a:pos x="csX408" y="csY408"/>
                    </a:cxn>
                    <a:cxn ang="0">
                      <a:pos x="csX409" y="csY409"/>
                    </a:cxn>
                    <a:cxn ang="0">
                      <a:pos x="csX410" y="csY410"/>
                    </a:cxn>
                    <a:cxn ang="0">
                      <a:pos x="csX411" y="csY411"/>
                    </a:cxn>
                    <a:cxn ang="0">
                      <a:pos x="csX412" y="csY412"/>
                    </a:cxn>
                    <a:cxn ang="0">
                      <a:pos x="csX413" y="csY413"/>
                    </a:cxn>
                    <a:cxn ang="0">
                      <a:pos x="csX414" y="csY414"/>
                    </a:cxn>
                    <a:cxn ang="0">
                      <a:pos x="csX415" y="csY415"/>
                    </a:cxn>
                    <a:cxn ang="0">
                      <a:pos x="csX416" y="csY416"/>
                    </a:cxn>
                    <a:cxn ang="0">
                      <a:pos x="csX417" y="csY417"/>
                    </a:cxn>
                    <a:cxn ang="0">
                      <a:pos x="csX418" y="csY418"/>
                    </a:cxn>
                    <a:cxn ang="0">
                      <a:pos x="csX419" y="csY419"/>
                    </a:cxn>
                    <a:cxn ang="0">
                      <a:pos x="csX420" y="csY420"/>
                    </a:cxn>
                    <a:cxn ang="0">
                      <a:pos x="csX421" y="csY421"/>
                    </a:cxn>
                    <a:cxn ang="0">
                      <a:pos x="csX422" y="csY422"/>
                    </a:cxn>
                    <a:cxn ang="0">
                      <a:pos x="csX423" y="csY423"/>
                    </a:cxn>
                    <a:cxn ang="0">
                      <a:pos x="csX424" y="csY424"/>
                    </a:cxn>
                    <a:cxn ang="0">
                      <a:pos x="csX425" y="csY425"/>
                    </a:cxn>
                    <a:cxn ang="0">
                      <a:pos x="csX426" y="csY426"/>
                    </a:cxn>
                    <a:cxn ang="0">
                      <a:pos x="csX427" y="csY427"/>
                    </a:cxn>
                    <a:cxn ang="0">
                      <a:pos x="csX428" y="csY428"/>
                    </a:cxn>
                    <a:cxn ang="0">
                      <a:pos x="csX429" y="csY429"/>
                    </a:cxn>
                    <a:cxn ang="0">
                      <a:pos x="csX430" y="csY430"/>
                    </a:cxn>
                    <a:cxn ang="0">
                      <a:pos x="csX431" y="csY431"/>
                    </a:cxn>
                    <a:cxn ang="0">
                      <a:pos x="csX432" y="csY432"/>
                    </a:cxn>
                    <a:cxn ang="0">
                      <a:pos x="csX433" y="csY433"/>
                    </a:cxn>
                    <a:cxn ang="0">
                      <a:pos x="csX434" y="csY434"/>
                    </a:cxn>
                    <a:cxn ang="0">
                      <a:pos x="csX435" y="csY435"/>
                    </a:cxn>
                    <a:cxn ang="0">
                      <a:pos x="csX436" y="csY436"/>
                    </a:cxn>
                    <a:cxn ang="0">
                      <a:pos x="csX437" y="csY437"/>
                    </a:cxn>
                    <a:cxn ang="0">
                      <a:pos x="csX438" y="csY438"/>
                    </a:cxn>
                    <a:cxn ang="0">
                      <a:pos x="csX439" y="csY439"/>
                    </a:cxn>
                    <a:cxn ang="0">
                      <a:pos x="csX440" y="csY440"/>
                    </a:cxn>
                    <a:cxn ang="0">
                      <a:pos x="csX441" y="csY441"/>
                    </a:cxn>
                    <a:cxn ang="0">
                      <a:pos x="csX442" y="csY442"/>
                    </a:cxn>
                    <a:cxn ang="0">
                      <a:pos x="csX443" y="csY443"/>
                    </a:cxn>
                    <a:cxn ang="0">
                      <a:pos x="csX444" y="csY444"/>
                    </a:cxn>
                    <a:cxn ang="0">
                      <a:pos x="csX445" y="csY445"/>
                    </a:cxn>
                    <a:cxn ang="0">
                      <a:pos x="csX446" y="csY446"/>
                    </a:cxn>
                    <a:cxn ang="0">
                      <a:pos x="csX447" y="csY447"/>
                    </a:cxn>
                    <a:cxn ang="0">
                      <a:pos x="csX448" y="csY448"/>
                    </a:cxn>
                    <a:cxn ang="0">
                      <a:pos x="csX449" y="csY449"/>
                    </a:cxn>
                    <a:cxn ang="0">
                      <a:pos x="csX450" y="csY450"/>
                    </a:cxn>
                    <a:cxn ang="0">
                      <a:pos x="csX451" y="csY451"/>
                    </a:cxn>
                    <a:cxn ang="0">
                      <a:pos x="csX452" y="csY452"/>
                    </a:cxn>
                    <a:cxn ang="0">
                      <a:pos x="csX453" y="csY453"/>
                    </a:cxn>
                    <a:cxn ang="0">
                      <a:pos x="csX454" y="csY454"/>
                    </a:cxn>
                    <a:cxn ang="0">
                      <a:pos x="csX455" y="csY455"/>
                    </a:cxn>
                    <a:cxn ang="0">
                      <a:pos x="csX456" y="csY456"/>
                    </a:cxn>
                    <a:cxn ang="0">
                      <a:pos x="csX457" y="csY457"/>
                    </a:cxn>
                    <a:cxn ang="0">
                      <a:pos x="csX458" y="csY458"/>
                    </a:cxn>
                    <a:cxn ang="0">
                      <a:pos x="csX459" y="csY459"/>
                    </a:cxn>
                    <a:cxn ang="0">
                      <a:pos x="csX460" y="csY460"/>
                    </a:cxn>
                    <a:cxn ang="0">
                      <a:pos x="csX461" y="csY461"/>
                    </a:cxn>
                    <a:cxn ang="0">
                      <a:pos x="csX462" y="csY462"/>
                    </a:cxn>
                    <a:cxn ang="0">
                      <a:pos x="csX463" y="csY463"/>
                    </a:cxn>
                    <a:cxn ang="0">
                      <a:pos x="csX464" y="csY464"/>
                    </a:cxn>
                  </a:cxnLst>
                  <a:rect l="l" t="t" r="r" b="b"/>
                  <a:pathLst>
                    <a:path w="120127" h="137047">
                      <a:moveTo>
                        <a:pt x="55834" y="0"/>
                      </a:moveTo>
                      <a:lnTo>
                        <a:pt x="52027" y="423"/>
                      </a:lnTo>
                      <a:lnTo>
                        <a:pt x="49066" y="846"/>
                      </a:lnTo>
                      <a:lnTo>
                        <a:pt x="46951" y="1269"/>
                      </a:lnTo>
                      <a:lnTo>
                        <a:pt x="45259" y="1692"/>
                      </a:lnTo>
                      <a:lnTo>
                        <a:pt x="43568" y="2115"/>
                      </a:lnTo>
                      <a:lnTo>
                        <a:pt x="42299" y="2538"/>
                      </a:lnTo>
                      <a:lnTo>
                        <a:pt x="41030" y="2961"/>
                      </a:lnTo>
                      <a:lnTo>
                        <a:pt x="39761" y="3384"/>
                      </a:lnTo>
                      <a:lnTo>
                        <a:pt x="38492" y="4230"/>
                      </a:lnTo>
                      <a:lnTo>
                        <a:pt x="37646" y="4230"/>
                      </a:lnTo>
                      <a:lnTo>
                        <a:pt x="35531" y="5499"/>
                      </a:lnTo>
                      <a:lnTo>
                        <a:pt x="34685" y="5499"/>
                      </a:lnTo>
                      <a:lnTo>
                        <a:pt x="31301" y="7191"/>
                      </a:lnTo>
                      <a:lnTo>
                        <a:pt x="30455" y="8037"/>
                      </a:lnTo>
                      <a:lnTo>
                        <a:pt x="29186" y="8460"/>
                      </a:lnTo>
                      <a:lnTo>
                        <a:pt x="28340" y="9306"/>
                      </a:lnTo>
                      <a:lnTo>
                        <a:pt x="27071" y="9729"/>
                      </a:lnTo>
                      <a:lnTo>
                        <a:pt x="25379" y="10998"/>
                      </a:lnTo>
                      <a:lnTo>
                        <a:pt x="24110" y="11844"/>
                      </a:lnTo>
                      <a:lnTo>
                        <a:pt x="21995" y="13536"/>
                      </a:lnTo>
                      <a:lnTo>
                        <a:pt x="19457" y="15650"/>
                      </a:lnTo>
                      <a:lnTo>
                        <a:pt x="15227" y="19880"/>
                      </a:lnTo>
                      <a:lnTo>
                        <a:pt x="13536" y="21995"/>
                      </a:lnTo>
                      <a:lnTo>
                        <a:pt x="11844" y="24110"/>
                      </a:lnTo>
                      <a:lnTo>
                        <a:pt x="10998" y="25379"/>
                      </a:lnTo>
                      <a:lnTo>
                        <a:pt x="10152" y="26648"/>
                      </a:lnTo>
                      <a:lnTo>
                        <a:pt x="9306" y="27917"/>
                      </a:lnTo>
                      <a:lnTo>
                        <a:pt x="8460" y="29186"/>
                      </a:lnTo>
                      <a:lnTo>
                        <a:pt x="8037" y="30455"/>
                      </a:lnTo>
                      <a:lnTo>
                        <a:pt x="7191" y="31301"/>
                      </a:lnTo>
                      <a:lnTo>
                        <a:pt x="5499" y="34685"/>
                      </a:lnTo>
                      <a:lnTo>
                        <a:pt x="5499" y="35531"/>
                      </a:lnTo>
                      <a:lnTo>
                        <a:pt x="4230" y="37646"/>
                      </a:lnTo>
                      <a:lnTo>
                        <a:pt x="4230" y="38492"/>
                      </a:lnTo>
                      <a:lnTo>
                        <a:pt x="3384" y="39761"/>
                      </a:lnTo>
                      <a:lnTo>
                        <a:pt x="2961" y="41030"/>
                      </a:lnTo>
                      <a:lnTo>
                        <a:pt x="2538" y="42299"/>
                      </a:lnTo>
                      <a:lnTo>
                        <a:pt x="2115" y="43991"/>
                      </a:lnTo>
                      <a:lnTo>
                        <a:pt x="1692" y="45259"/>
                      </a:lnTo>
                      <a:lnTo>
                        <a:pt x="1269" y="46951"/>
                      </a:lnTo>
                      <a:lnTo>
                        <a:pt x="846" y="49066"/>
                      </a:lnTo>
                      <a:lnTo>
                        <a:pt x="423" y="51604"/>
                      </a:lnTo>
                      <a:lnTo>
                        <a:pt x="0" y="54988"/>
                      </a:lnTo>
                      <a:lnTo>
                        <a:pt x="0" y="65563"/>
                      </a:lnTo>
                      <a:lnTo>
                        <a:pt x="423" y="68947"/>
                      </a:lnTo>
                      <a:lnTo>
                        <a:pt x="846" y="71908"/>
                      </a:lnTo>
                      <a:lnTo>
                        <a:pt x="1269" y="73600"/>
                      </a:lnTo>
                      <a:lnTo>
                        <a:pt x="1692" y="75291"/>
                      </a:lnTo>
                      <a:lnTo>
                        <a:pt x="2115" y="76983"/>
                      </a:lnTo>
                      <a:lnTo>
                        <a:pt x="2538" y="78252"/>
                      </a:lnTo>
                      <a:lnTo>
                        <a:pt x="3384" y="79521"/>
                      </a:lnTo>
                      <a:lnTo>
                        <a:pt x="3384" y="80367"/>
                      </a:lnTo>
                      <a:lnTo>
                        <a:pt x="3807" y="81636"/>
                      </a:lnTo>
                      <a:lnTo>
                        <a:pt x="5076" y="83751"/>
                      </a:lnTo>
                      <a:lnTo>
                        <a:pt x="5076" y="84597"/>
                      </a:lnTo>
                      <a:lnTo>
                        <a:pt x="7614" y="89673"/>
                      </a:lnTo>
                      <a:lnTo>
                        <a:pt x="8460" y="90519"/>
                      </a:lnTo>
                      <a:lnTo>
                        <a:pt x="8883" y="91788"/>
                      </a:lnTo>
                      <a:lnTo>
                        <a:pt x="9729" y="93057"/>
                      </a:lnTo>
                      <a:lnTo>
                        <a:pt x="10575" y="94326"/>
                      </a:lnTo>
                      <a:lnTo>
                        <a:pt x="11844" y="96018"/>
                      </a:lnTo>
                      <a:lnTo>
                        <a:pt x="13113" y="97710"/>
                      </a:lnTo>
                      <a:lnTo>
                        <a:pt x="14805" y="99825"/>
                      </a:lnTo>
                      <a:lnTo>
                        <a:pt x="18188" y="103209"/>
                      </a:lnTo>
                      <a:lnTo>
                        <a:pt x="19457" y="104900"/>
                      </a:lnTo>
                      <a:lnTo>
                        <a:pt x="20726" y="106592"/>
                      </a:lnTo>
                      <a:lnTo>
                        <a:pt x="21572" y="107861"/>
                      </a:lnTo>
                      <a:lnTo>
                        <a:pt x="22418" y="109130"/>
                      </a:lnTo>
                      <a:lnTo>
                        <a:pt x="22841" y="110399"/>
                      </a:lnTo>
                      <a:lnTo>
                        <a:pt x="23687" y="111245"/>
                      </a:lnTo>
                      <a:lnTo>
                        <a:pt x="25379" y="114629"/>
                      </a:lnTo>
                      <a:lnTo>
                        <a:pt x="25802" y="115898"/>
                      </a:lnTo>
                      <a:lnTo>
                        <a:pt x="26225" y="117167"/>
                      </a:lnTo>
                      <a:lnTo>
                        <a:pt x="26648" y="118436"/>
                      </a:lnTo>
                      <a:lnTo>
                        <a:pt x="27071" y="119705"/>
                      </a:lnTo>
                      <a:lnTo>
                        <a:pt x="27494" y="121397"/>
                      </a:lnTo>
                      <a:lnTo>
                        <a:pt x="27917" y="123512"/>
                      </a:lnTo>
                      <a:lnTo>
                        <a:pt x="27917" y="126050"/>
                      </a:lnTo>
                      <a:lnTo>
                        <a:pt x="28340" y="129011"/>
                      </a:lnTo>
                      <a:lnTo>
                        <a:pt x="28763" y="130703"/>
                      </a:lnTo>
                      <a:lnTo>
                        <a:pt x="29609" y="132395"/>
                      </a:lnTo>
                      <a:lnTo>
                        <a:pt x="30455" y="133664"/>
                      </a:lnTo>
                      <a:lnTo>
                        <a:pt x="31724" y="134932"/>
                      </a:lnTo>
                      <a:lnTo>
                        <a:pt x="32993" y="135778"/>
                      </a:lnTo>
                      <a:lnTo>
                        <a:pt x="35531" y="137047"/>
                      </a:lnTo>
                      <a:lnTo>
                        <a:pt x="84174" y="137047"/>
                      </a:lnTo>
                      <a:lnTo>
                        <a:pt x="85443" y="136624"/>
                      </a:lnTo>
                      <a:lnTo>
                        <a:pt x="87135" y="135778"/>
                      </a:lnTo>
                      <a:lnTo>
                        <a:pt x="88404" y="134932"/>
                      </a:lnTo>
                      <a:lnTo>
                        <a:pt x="89673" y="133664"/>
                      </a:lnTo>
                      <a:lnTo>
                        <a:pt x="90519" y="132395"/>
                      </a:lnTo>
                      <a:lnTo>
                        <a:pt x="90942" y="131549"/>
                      </a:lnTo>
                      <a:lnTo>
                        <a:pt x="91365" y="130280"/>
                      </a:lnTo>
                      <a:lnTo>
                        <a:pt x="91788" y="128588"/>
                      </a:lnTo>
                      <a:lnTo>
                        <a:pt x="91788" y="125627"/>
                      </a:lnTo>
                      <a:lnTo>
                        <a:pt x="92211" y="123089"/>
                      </a:lnTo>
                      <a:lnTo>
                        <a:pt x="92634" y="121397"/>
                      </a:lnTo>
                      <a:lnTo>
                        <a:pt x="93057" y="119705"/>
                      </a:lnTo>
                      <a:lnTo>
                        <a:pt x="93480" y="118013"/>
                      </a:lnTo>
                      <a:lnTo>
                        <a:pt x="93903" y="116744"/>
                      </a:lnTo>
                      <a:lnTo>
                        <a:pt x="94749" y="115475"/>
                      </a:lnTo>
                      <a:lnTo>
                        <a:pt x="94749" y="114629"/>
                      </a:lnTo>
                      <a:lnTo>
                        <a:pt x="96864" y="110399"/>
                      </a:lnTo>
                      <a:lnTo>
                        <a:pt x="97710" y="109130"/>
                      </a:lnTo>
                      <a:lnTo>
                        <a:pt x="98556" y="107861"/>
                      </a:lnTo>
                      <a:lnTo>
                        <a:pt x="99402" y="106592"/>
                      </a:lnTo>
                      <a:lnTo>
                        <a:pt x="100248" y="105323"/>
                      </a:lnTo>
                      <a:lnTo>
                        <a:pt x="101940" y="103209"/>
                      </a:lnTo>
                      <a:lnTo>
                        <a:pt x="104477" y="100248"/>
                      </a:lnTo>
                      <a:lnTo>
                        <a:pt x="107015" y="97710"/>
                      </a:lnTo>
                      <a:lnTo>
                        <a:pt x="108284" y="96018"/>
                      </a:lnTo>
                      <a:lnTo>
                        <a:pt x="109553" y="94326"/>
                      </a:lnTo>
                      <a:lnTo>
                        <a:pt x="110399" y="93057"/>
                      </a:lnTo>
                      <a:lnTo>
                        <a:pt x="111245" y="91788"/>
                      </a:lnTo>
                      <a:lnTo>
                        <a:pt x="111668" y="90519"/>
                      </a:lnTo>
                      <a:lnTo>
                        <a:pt x="112514" y="89673"/>
                      </a:lnTo>
                      <a:lnTo>
                        <a:pt x="115898" y="82905"/>
                      </a:lnTo>
                      <a:lnTo>
                        <a:pt x="115898" y="82059"/>
                      </a:lnTo>
                      <a:lnTo>
                        <a:pt x="116744" y="80790"/>
                      </a:lnTo>
                      <a:lnTo>
                        <a:pt x="117167" y="79521"/>
                      </a:lnTo>
                      <a:lnTo>
                        <a:pt x="117590" y="78252"/>
                      </a:lnTo>
                      <a:lnTo>
                        <a:pt x="118013" y="76983"/>
                      </a:lnTo>
                      <a:lnTo>
                        <a:pt x="118436" y="75291"/>
                      </a:lnTo>
                      <a:lnTo>
                        <a:pt x="118859" y="73600"/>
                      </a:lnTo>
                      <a:lnTo>
                        <a:pt x="119282" y="71485"/>
                      </a:lnTo>
                      <a:lnTo>
                        <a:pt x="119705" y="69370"/>
                      </a:lnTo>
                      <a:lnTo>
                        <a:pt x="120128" y="65986"/>
                      </a:lnTo>
                      <a:lnTo>
                        <a:pt x="120128" y="54565"/>
                      </a:lnTo>
                      <a:lnTo>
                        <a:pt x="119705" y="51604"/>
                      </a:lnTo>
                      <a:lnTo>
                        <a:pt x="119282" y="49066"/>
                      </a:lnTo>
                      <a:lnTo>
                        <a:pt x="118859" y="46951"/>
                      </a:lnTo>
                      <a:lnTo>
                        <a:pt x="118436" y="45259"/>
                      </a:lnTo>
                      <a:lnTo>
                        <a:pt x="118013" y="43568"/>
                      </a:lnTo>
                      <a:lnTo>
                        <a:pt x="117590" y="42299"/>
                      </a:lnTo>
                      <a:lnTo>
                        <a:pt x="117167" y="41030"/>
                      </a:lnTo>
                      <a:lnTo>
                        <a:pt x="116744" y="39761"/>
                      </a:lnTo>
                      <a:lnTo>
                        <a:pt x="115898" y="38492"/>
                      </a:lnTo>
                      <a:lnTo>
                        <a:pt x="115898" y="37646"/>
                      </a:lnTo>
                      <a:lnTo>
                        <a:pt x="114629" y="35531"/>
                      </a:lnTo>
                      <a:lnTo>
                        <a:pt x="114629" y="34685"/>
                      </a:lnTo>
                      <a:lnTo>
                        <a:pt x="112937" y="31301"/>
                      </a:lnTo>
                      <a:lnTo>
                        <a:pt x="112091" y="30455"/>
                      </a:lnTo>
                      <a:lnTo>
                        <a:pt x="111668" y="29186"/>
                      </a:lnTo>
                      <a:lnTo>
                        <a:pt x="110822" y="28340"/>
                      </a:lnTo>
                      <a:lnTo>
                        <a:pt x="110399" y="27071"/>
                      </a:lnTo>
                      <a:lnTo>
                        <a:pt x="109553" y="25802"/>
                      </a:lnTo>
                      <a:lnTo>
                        <a:pt x="108284" y="24110"/>
                      </a:lnTo>
                      <a:lnTo>
                        <a:pt x="107015" y="22418"/>
                      </a:lnTo>
                      <a:lnTo>
                        <a:pt x="104900" y="19880"/>
                      </a:lnTo>
                      <a:lnTo>
                        <a:pt x="100248" y="15227"/>
                      </a:lnTo>
                      <a:lnTo>
                        <a:pt x="97710" y="13113"/>
                      </a:lnTo>
                      <a:lnTo>
                        <a:pt x="96018" y="11844"/>
                      </a:lnTo>
                      <a:lnTo>
                        <a:pt x="94326" y="10575"/>
                      </a:lnTo>
                      <a:lnTo>
                        <a:pt x="93057" y="9729"/>
                      </a:lnTo>
                      <a:lnTo>
                        <a:pt x="91788" y="8883"/>
                      </a:lnTo>
                      <a:lnTo>
                        <a:pt x="89673" y="8037"/>
                      </a:lnTo>
                      <a:lnTo>
                        <a:pt x="88827" y="7191"/>
                      </a:lnTo>
                      <a:lnTo>
                        <a:pt x="85443" y="5499"/>
                      </a:lnTo>
                      <a:lnTo>
                        <a:pt x="84597" y="5499"/>
                      </a:lnTo>
                      <a:lnTo>
                        <a:pt x="82482" y="4230"/>
                      </a:lnTo>
                      <a:lnTo>
                        <a:pt x="81636" y="4230"/>
                      </a:lnTo>
                      <a:lnTo>
                        <a:pt x="80367" y="3384"/>
                      </a:lnTo>
                      <a:lnTo>
                        <a:pt x="79098" y="2961"/>
                      </a:lnTo>
                      <a:lnTo>
                        <a:pt x="77829" y="2538"/>
                      </a:lnTo>
                      <a:lnTo>
                        <a:pt x="76137" y="2115"/>
                      </a:lnTo>
                      <a:lnTo>
                        <a:pt x="74868" y="1692"/>
                      </a:lnTo>
                      <a:lnTo>
                        <a:pt x="73177" y="1269"/>
                      </a:lnTo>
                      <a:lnTo>
                        <a:pt x="71062" y="846"/>
                      </a:lnTo>
                      <a:lnTo>
                        <a:pt x="68101" y="423"/>
                      </a:lnTo>
                      <a:lnTo>
                        <a:pt x="63871" y="0"/>
                      </a:lnTo>
                      <a:close/>
                      <a:moveTo>
                        <a:pt x="54565" y="77829"/>
                      </a:moveTo>
                      <a:lnTo>
                        <a:pt x="55834" y="79098"/>
                      </a:lnTo>
                      <a:lnTo>
                        <a:pt x="57526" y="79944"/>
                      </a:lnTo>
                      <a:lnTo>
                        <a:pt x="58795" y="80367"/>
                      </a:lnTo>
                      <a:lnTo>
                        <a:pt x="61333" y="80367"/>
                      </a:lnTo>
                      <a:lnTo>
                        <a:pt x="62602" y="79944"/>
                      </a:lnTo>
                      <a:lnTo>
                        <a:pt x="64294" y="79098"/>
                      </a:lnTo>
                      <a:lnTo>
                        <a:pt x="66409" y="78252"/>
                      </a:lnTo>
                      <a:lnTo>
                        <a:pt x="67255" y="79521"/>
                      </a:lnTo>
                      <a:lnTo>
                        <a:pt x="69793" y="80790"/>
                      </a:lnTo>
                      <a:lnTo>
                        <a:pt x="73600" y="81213"/>
                      </a:lnTo>
                      <a:lnTo>
                        <a:pt x="73600" y="82059"/>
                      </a:lnTo>
                      <a:lnTo>
                        <a:pt x="73177" y="83751"/>
                      </a:lnTo>
                      <a:lnTo>
                        <a:pt x="72754" y="85020"/>
                      </a:lnTo>
                      <a:lnTo>
                        <a:pt x="72331" y="86289"/>
                      </a:lnTo>
                      <a:lnTo>
                        <a:pt x="71485" y="87981"/>
                      </a:lnTo>
                      <a:lnTo>
                        <a:pt x="71062" y="89673"/>
                      </a:lnTo>
                      <a:lnTo>
                        <a:pt x="70639" y="91365"/>
                      </a:lnTo>
                      <a:lnTo>
                        <a:pt x="70216" y="93057"/>
                      </a:lnTo>
                      <a:lnTo>
                        <a:pt x="69793" y="94749"/>
                      </a:lnTo>
                      <a:lnTo>
                        <a:pt x="69370" y="96441"/>
                      </a:lnTo>
                      <a:lnTo>
                        <a:pt x="68947" y="98556"/>
                      </a:lnTo>
                      <a:lnTo>
                        <a:pt x="68524" y="100671"/>
                      </a:lnTo>
                      <a:lnTo>
                        <a:pt x="68101" y="103209"/>
                      </a:lnTo>
                      <a:lnTo>
                        <a:pt x="67678" y="105746"/>
                      </a:lnTo>
                      <a:lnTo>
                        <a:pt x="67255" y="108707"/>
                      </a:lnTo>
                      <a:lnTo>
                        <a:pt x="66832" y="112091"/>
                      </a:lnTo>
                      <a:lnTo>
                        <a:pt x="66409" y="115898"/>
                      </a:lnTo>
                      <a:lnTo>
                        <a:pt x="65986" y="120974"/>
                      </a:lnTo>
                      <a:lnTo>
                        <a:pt x="65986" y="128165"/>
                      </a:lnTo>
                      <a:lnTo>
                        <a:pt x="65140" y="129011"/>
                      </a:lnTo>
                      <a:lnTo>
                        <a:pt x="54988" y="129011"/>
                      </a:lnTo>
                      <a:lnTo>
                        <a:pt x="54142" y="128165"/>
                      </a:lnTo>
                      <a:lnTo>
                        <a:pt x="54142" y="120128"/>
                      </a:lnTo>
                      <a:lnTo>
                        <a:pt x="53719" y="115475"/>
                      </a:lnTo>
                      <a:lnTo>
                        <a:pt x="53296" y="111668"/>
                      </a:lnTo>
                      <a:lnTo>
                        <a:pt x="52873" y="108284"/>
                      </a:lnTo>
                      <a:lnTo>
                        <a:pt x="52450" y="105746"/>
                      </a:lnTo>
                      <a:lnTo>
                        <a:pt x="52027" y="102786"/>
                      </a:lnTo>
                      <a:lnTo>
                        <a:pt x="51604" y="100671"/>
                      </a:lnTo>
                      <a:lnTo>
                        <a:pt x="51181" y="98556"/>
                      </a:lnTo>
                      <a:lnTo>
                        <a:pt x="50758" y="96441"/>
                      </a:lnTo>
                      <a:lnTo>
                        <a:pt x="50335" y="94749"/>
                      </a:lnTo>
                      <a:lnTo>
                        <a:pt x="49912" y="93057"/>
                      </a:lnTo>
                      <a:lnTo>
                        <a:pt x="49489" y="91365"/>
                      </a:lnTo>
                      <a:lnTo>
                        <a:pt x="49066" y="90096"/>
                      </a:lnTo>
                      <a:lnTo>
                        <a:pt x="48220" y="87981"/>
                      </a:lnTo>
                      <a:lnTo>
                        <a:pt x="47797" y="86289"/>
                      </a:lnTo>
                      <a:lnTo>
                        <a:pt x="47374" y="85020"/>
                      </a:lnTo>
                      <a:lnTo>
                        <a:pt x="46951" y="83328"/>
                      </a:lnTo>
                      <a:lnTo>
                        <a:pt x="46528" y="82059"/>
                      </a:lnTo>
                      <a:lnTo>
                        <a:pt x="46951" y="80790"/>
                      </a:lnTo>
                      <a:lnTo>
                        <a:pt x="50335" y="80790"/>
                      </a:lnTo>
                      <a:lnTo>
                        <a:pt x="52027" y="79944"/>
                      </a:lnTo>
                      <a:close/>
                      <a:moveTo>
                        <a:pt x="55834" y="8460"/>
                      </a:moveTo>
                      <a:lnTo>
                        <a:pt x="64294" y="8460"/>
                      </a:lnTo>
                      <a:lnTo>
                        <a:pt x="68101" y="8883"/>
                      </a:lnTo>
                      <a:lnTo>
                        <a:pt x="70216" y="9306"/>
                      </a:lnTo>
                      <a:lnTo>
                        <a:pt x="71908" y="9729"/>
                      </a:lnTo>
                      <a:lnTo>
                        <a:pt x="73600" y="10152"/>
                      </a:lnTo>
                      <a:lnTo>
                        <a:pt x="75291" y="10575"/>
                      </a:lnTo>
                      <a:lnTo>
                        <a:pt x="76560" y="10998"/>
                      </a:lnTo>
                      <a:lnTo>
                        <a:pt x="77829" y="11421"/>
                      </a:lnTo>
                      <a:lnTo>
                        <a:pt x="79098" y="12267"/>
                      </a:lnTo>
                      <a:lnTo>
                        <a:pt x="79944" y="12267"/>
                      </a:lnTo>
                      <a:lnTo>
                        <a:pt x="86712" y="15650"/>
                      </a:lnTo>
                      <a:lnTo>
                        <a:pt x="87981" y="16496"/>
                      </a:lnTo>
                      <a:lnTo>
                        <a:pt x="89250" y="17342"/>
                      </a:lnTo>
                      <a:lnTo>
                        <a:pt x="90942" y="18611"/>
                      </a:lnTo>
                      <a:lnTo>
                        <a:pt x="92211" y="19457"/>
                      </a:lnTo>
                      <a:lnTo>
                        <a:pt x="100248" y="27494"/>
                      </a:lnTo>
                      <a:lnTo>
                        <a:pt x="101517" y="29186"/>
                      </a:lnTo>
                      <a:lnTo>
                        <a:pt x="102786" y="30878"/>
                      </a:lnTo>
                      <a:lnTo>
                        <a:pt x="103632" y="32147"/>
                      </a:lnTo>
                      <a:lnTo>
                        <a:pt x="104477" y="33416"/>
                      </a:lnTo>
                      <a:lnTo>
                        <a:pt x="104900" y="34685"/>
                      </a:lnTo>
                      <a:lnTo>
                        <a:pt x="105746" y="35531"/>
                      </a:lnTo>
                      <a:lnTo>
                        <a:pt x="107438" y="38915"/>
                      </a:lnTo>
                      <a:lnTo>
                        <a:pt x="107438" y="39761"/>
                      </a:lnTo>
                      <a:lnTo>
                        <a:pt x="108284" y="41030"/>
                      </a:lnTo>
                      <a:lnTo>
                        <a:pt x="108707" y="42299"/>
                      </a:lnTo>
                      <a:lnTo>
                        <a:pt x="109130" y="43568"/>
                      </a:lnTo>
                      <a:lnTo>
                        <a:pt x="109553" y="44836"/>
                      </a:lnTo>
                      <a:lnTo>
                        <a:pt x="109976" y="46105"/>
                      </a:lnTo>
                      <a:lnTo>
                        <a:pt x="110399" y="47797"/>
                      </a:lnTo>
                      <a:lnTo>
                        <a:pt x="110822" y="49489"/>
                      </a:lnTo>
                      <a:lnTo>
                        <a:pt x="111245" y="51604"/>
                      </a:lnTo>
                      <a:lnTo>
                        <a:pt x="111668" y="54142"/>
                      </a:lnTo>
                      <a:lnTo>
                        <a:pt x="111668" y="66832"/>
                      </a:lnTo>
                      <a:lnTo>
                        <a:pt x="111245" y="69370"/>
                      </a:lnTo>
                      <a:lnTo>
                        <a:pt x="110822" y="71485"/>
                      </a:lnTo>
                      <a:lnTo>
                        <a:pt x="110399" y="73177"/>
                      </a:lnTo>
                      <a:lnTo>
                        <a:pt x="109976" y="74445"/>
                      </a:lnTo>
                      <a:lnTo>
                        <a:pt x="109553" y="75714"/>
                      </a:lnTo>
                      <a:lnTo>
                        <a:pt x="109130" y="76983"/>
                      </a:lnTo>
                      <a:lnTo>
                        <a:pt x="108707" y="78252"/>
                      </a:lnTo>
                      <a:lnTo>
                        <a:pt x="108284" y="79521"/>
                      </a:lnTo>
                      <a:lnTo>
                        <a:pt x="105323" y="85443"/>
                      </a:lnTo>
                      <a:lnTo>
                        <a:pt x="104477" y="86289"/>
                      </a:lnTo>
                      <a:lnTo>
                        <a:pt x="104054" y="87558"/>
                      </a:lnTo>
                      <a:lnTo>
                        <a:pt x="103209" y="88827"/>
                      </a:lnTo>
                      <a:lnTo>
                        <a:pt x="101940" y="90519"/>
                      </a:lnTo>
                      <a:lnTo>
                        <a:pt x="100671" y="92211"/>
                      </a:lnTo>
                      <a:lnTo>
                        <a:pt x="98556" y="94749"/>
                      </a:lnTo>
                      <a:lnTo>
                        <a:pt x="96018" y="97287"/>
                      </a:lnTo>
                      <a:lnTo>
                        <a:pt x="93903" y="99825"/>
                      </a:lnTo>
                      <a:lnTo>
                        <a:pt x="92634" y="101517"/>
                      </a:lnTo>
                      <a:lnTo>
                        <a:pt x="91788" y="102786"/>
                      </a:lnTo>
                      <a:lnTo>
                        <a:pt x="90942" y="104054"/>
                      </a:lnTo>
                      <a:lnTo>
                        <a:pt x="90096" y="105323"/>
                      </a:lnTo>
                      <a:lnTo>
                        <a:pt x="87135" y="111245"/>
                      </a:lnTo>
                      <a:lnTo>
                        <a:pt x="87135" y="112091"/>
                      </a:lnTo>
                      <a:lnTo>
                        <a:pt x="86289" y="113360"/>
                      </a:lnTo>
                      <a:lnTo>
                        <a:pt x="85866" y="114629"/>
                      </a:lnTo>
                      <a:lnTo>
                        <a:pt x="85443" y="115898"/>
                      </a:lnTo>
                      <a:lnTo>
                        <a:pt x="85020" y="117167"/>
                      </a:lnTo>
                      <a:lnTo>
                        <a:pt x="84597" y="118859"/>
                      </a:lnTo>
                      <a:lnTo>
                        <a:pt x="84174" y="120551"/>
                      </a:lnTo>
                      <a:lnTo>
                        <a:pt x="83751" y="123089"/>
                      </a:lnTo>
                      <a:lnTo>
                        <a:pt x="83751" y="126050"/>
                      </a:lnTo>
                      <a:lnTo>
                        <a:pt x="83328" y="127742"/>
                      </a:lnTo>
                      <a:lnTo>
                        <a:pt x="82059" y="129011"/>
                      </a:lnTo>
                      <a:lnTo>
                        <a:pt x="71062" y="128588"/>
                      </a:lnTo>
                      <a:lnTo>
                        <a:pt x="71062" y="120128"/>
                      </a:lnTo>
                      <a:lnTo>
                        <a:pt x="71485" y="115898"/>
                      </a:lnTo>
                      <a:lnTo>
                        <a:pt x="71908" y="112514"/>
                      </a:lnTo>
                      <a:lnTo>
                        <a:pt x="72331" y="109130"/>
                      </a:lnTo>
                      <a:lnTo>
                        <a:pt x="72754" y="106169"/>
                      </a:lnTo>
                      <a:lnTo>
                        <a:pt x="73177" y="103632"/>
                      </a:lnTo>
                      <a:lnTo>
                        <a:pt x="73600" y="101094"/>
                      </a:lnTo>
                      <a:lnTo>
                        <a:pt x="74023" y="98979"/>
                      </a:lnTo>
                      <a:lnTo>
                        <a:pt x="74445" y="96864"/>
                      </a:lnTo>
                      <a:lnTo>
                        <a:pt x="74868" y="95172"/>
                      </a:lnTo>
                      <a:lnTo>
                        <a:pt x="75291" y="93480"/>
                      </a:lnTo>
                      <a:lnTo>
                        <a:pt x="75714" y="91788"/>
                      </a:lnTo>
                      <a:lnTo>
                        <a:pt x="76137" y="90096"/>
                      </a:lnTo>
                      <a:lnTo>
                        <a:pt x="76560" y="88827"/>
                      </a:lnTo>
                      <a:lnTo>
                        <a:pt x="76983" y="87135"/>
                      </a:lnTo>
                      <a:lnTo>
                        <a:pt x="77406" y="85866"/>
                      </a:lnTo>
                      <a:lnTo>
                        <a:pt x="77829" y="84597"/>
                      </a:lnTo>
                      <a:lnTo>
                        <a:pt x="78252" y="83328"/>
                      </a:lnTo>
                      <a:lnTo>
                        <a:pt x="78675" y="82059"/>
                      </a:lnTo>
                      <a:lnTo>
                        <a:pt x="79521" y="80790"/>
                      </a:lnTo>
                      <a:lnTo>
                        <a:pt x="79521" y="79944"/>
                      </a:lnTo>
                      <a:lnTo>
                        <a:pt x="80367" y="78675"/>
                      </a:lnTo>
                      <a:lnTo>
                        <a:pt x="80367" y="77829"/>
                      </a:lnTo>
                      <a:lnTo>
                        <a:pt x="81636" y="75714"/>
                      </a:lnTo>
                      <a:lnTo>
                        <a:pt x="81636" y="74868"/>
                      </a:lnTo>
                      <a:lnTo>
                        <a:pt x="82482" y="73177"/>
                      </a:lnTo>
                      <a:lnTo>
                        <a:pt x="83328" y="72331"/>
                      </a:lnTo>
                      <a:lnTo>
                        <a:pt x="84597" y="69793"/>
                      </a:lnTo>
                      <a:lnTo>
                        <a:pt x="84597" y="67678"/>
                      </a:lnTo>
                      <a:lnTo>
                        <a:pt x="83328" y="66409"/>
                      </a:lnTo>
                      <a:lnTo>
                        <a:pt x="81213" y="66409"/>
                      </a:lnTo>
                      <a:lnTo>
                        <a:pt x="80367" y="66832"/>
                      </a:lnTo>
                      <a:lnTo>
                        <a:pt x="79521" y="68101"/>
                      </a:lnTo>
                      <a:lnTo>
                        <a:pt x="79098" y="69370"/>
                      </a:lnTo>
                      <a:lnTo>
                        <a:pt x="78252" y="70216"/>
                      </a:lnTo>
                      <a:lnTo>
                        <a:pt x="77829" y="71485"/>
                      </a:lnTo>
                      <a:lnTo>
                        <a:pt x="76983" y="72754"/>
                      </a:lnTo>
                      <a:lnTo>
                        <a:pt x="74445" y="75291"/>
                      </a:lnTo>
                      <a:lnTo>
                        <a:pt x="73600" y="75714"/>
                      </a:lnTo>
                      <a:lnTo>
                        <a:pt x="72754" y="75714"/>
                      </a:lnTo>
                      <a:lnTo>
                        <a:pt x="71062" y="75714"/>
                      </a:lnTo>
                      <a:lnTo>
                        <a:pt x="69370" y="74023"/>
                      </a:lnTo>
                      <a:lnTo>
                        <a:pt x="69370" y="68101"/>
                      </a:lnTo>
                      <a:lnTo>
                        <a:pt x="67678" y="66409"/>
                      </a:lnTo>
                      <a:lnTo>
                        <a:pt x="65986" y="66409"/>
                      </a:lnTo>
                      <a:lnTo>
                        <a:pt x="65140" y="66832"/>
                      </a:lnTo>
                      <a:lnTo>
                        <a:pt x="64294" y="68524"/>
                      </a:lnTo>
                      <a:lnTo>
                        <a:pt x="64294" y="69793"/>
                      </a:lnTo>
                      <a:lnTo>
                        <a:pt x="63871" y="71062"/>
                      </a:lnTo>
                      <a:lnTo>
                        <a:pt x="62602" y="73600"/>
                      </a:lnTo>
                      <a:lnTo>
                        <a:pt x="60910" y="75291"/>
                      </a:lnTo>
                      <a:lnTo>
                        <a:pt x="59218" y="75291"/>
                      </a:lnTo>
                      <a:lnTo>
                        <a:pt x="57526" y="73600"/>
                      </a:lnTo>
                      <a:lnTo>
                        <a:pt x="56257" y="71062"/>
                      </a:lnTo>
                      <a:lnTo>
                        <a:pt x="55834" y="69793"/>
                      </a:lnTo>
                      <a:lnTo>
                        <a:pt x="55834" y="68524"/>
                      </a:lnTo>
                      <a:lnTo>
                        <a:pt x="54988" y="66832"/>
                      </a:lnTo>
                      <a:lnTo>
                        <a:pt x="54142" y="66409"/>
                      </a:lnTo>
                      <a:lnTo>
                        <a:pt x="52450" y="66409"/>
                      </a:lnTo>
                      <a:lnTo>
                        <a:pt x="51604" y="66832"/>
                      </a:lnTo>
                      <a:lnTo>
                        <a:pt x="50758" y="67678"/>
                      </a:lnTo>
                      <a:lnTo>
                        <a:pt x="50758" y="73600"/>
                      </a:lnTo>
                      <a:lnTo>
                        <a:pt x="50335" y="74445"/>
                      </a:lnTo>
                      <a:lnTo>
                        <a:pt x="49066" y="75714"/>
                      </a:lnTo>
                      <a:lnTo>
                        <a:pt x="46528" y="75714"/>
                      </a:lnTo>
                      <a:lnTo>
                        <a:pt x="45682" y="75291"/>
                      </a:lnTo>
                      <a:lnTo>
                        <a:pt x="42722" y="72331"/>
                      </a:lnTo>
                      <a:lnTo>
                        <a:pt x="41876" y="71062"/>
                      </a:lnTo>
                      <a:lnTo>
                        <a:pt x="40607" y="68101"/>
                      </a:lnTo>
                      <a:lnTo>
                        <a:pt x="39761" y="66832"/>
                      </a:lnTo>
                      <a:lnTo>
                        <a:pt x="38915" y="66409"/>
                      </a:lnTo>
                      <a:lnTo>
                        <a:pt x="36800" y="66409"/>
                      </a:lnTo>
                      <a:lnTo>
                        <a:pt x="35531" y="67678"/>
                      </a:lnTo>
                      <a:lnTo>
                        <a:pt x="35531" y="70216"/>
                      </a:lnTo>
                      <a:lnTo>
                        <a:pt x="36377" y="71062"/>
                      </a:lnTo>
                      <a:lnTo>
                        <a:pt x="37223" y="73177"/>
                      </a:lnTo>
                      <a:lnTo>
                        <a:pt x="38069" y="74023"/>
                      </a:lnTo>
                      <a:lnTo>
                        <a:pt x="38069" y="74868"/>
                      </a:lnTo>
                      <a:lnTo>
                        <a:pt x="39761" y="77829"/>
                      </a:lnTo>
                      <a:lnTo>
                        <a:pt x="39761" y="78675"/>
                      </a:lnTo>
                      <a:lnTo>
                        <a:pt x="40607" y="79944"/>
                      </a:lnTo>
                      <a:lnTo>
                        <a:pt x="41030" y="81213"/>
                      </a:lnTo>
                      <a:lnTo>
                        <a:pt x="41453" y="82482"/>
                      </a:lnTo>
                      <a:lnTo>
                        <a:pt x="41876" y="83751"/>
                      </a:lnTo>
                      <a:lnTo>
                        <a:pt x="42299" y="85020"/>
                      </a:lnTo>
                      <a:lnTo>
                        <a:pt x="42722" y="86289"/>
                      </a:lnTo>
                      <a:lnTo>
                        <a:pt x="43145" y="87558"/>
                      </a:lnTo>
                      <a:lnTo>
                        <a:pt x="43568" y="88827"/>
                      </a:lnTo>
                      <a:lnTo>
                        <a:pt x="43991" y="90519"/>
                      </a:lnTo>
                      <a:lnTo>
                        <a:pt x="44414" y="91788"/>
                      </a:lnTo>
                      <a:lnTo>
                        <a:pt x="44836" y="93480"/>
                      </a:lnTo>
                      <a:lnTo>
                        <a:pt x="45259" y="94749"/>
                      </a:lnTo>
                      <a:lnTo>
                        <a:pt x="45682" y="96864"/>
                      </a:lnTo>
                      <a:lnTo>
                        <a:pt x="46105" y="98979"/>
                      </a:lnTo>
                      <a:lnTo>
                        <a:pt x="46528" y="101094"/>
                      </a:lnTo>
                      <a:lnTo>
                        <a:pt x="46951" y="103632"/>
                      </a:lnTo>
                      <a:lnTo>
                        <a:pt x="47374" y="105746"/>
                      </a:lnTo>
                      <a:lnTo>
                        <a:pt x="47797" y="108707"/>
                      </a:lnTo>
                      <a:lnTo>
                        <a:pt x="48220" y="111668"/>
                      </a:lnTo>
                      <a:lnTo>
                        <a:pt x="48643" y="115052"/>
                      </a:lnTo>
                      <a:lnTo>
                        <a:pt x="49066" y="119282"/>
                      </a:lnTo>
                      <a:lnTo>
                        <a:pt x="49489" y="126896"/>
                      </a:lnTo>
                      <a:lnTo>
                        <a:pt x="49489" y="128165"/>
                      </a:lnTo>
                      <a:lnTo>
                        <a:pt x="48643" y="129011"/>
                      </a:lnTo>
                      <a:lnTo>
                        <a:pt x="38069" y="129011"/>
                      </a:lnTo>
                      <a:lnTo>
                        <a:pt x="37223" y="128588"/>
                      </a:lnTo>
                      <a:lnTo>
                        <a:pt x="36377" y="126050"/>
                      </a:lnTo>
                      <a:lnTo>
                        <a:pt x="36377" y="123089"/>
                      </a:lnTo>
                      <a:lnTo>
                        <a:pt x="35954" y="120974"/>
                      </a:lnTo>
                      <a:lnTo>
                        <a:pt x="35531" y="118859"/>
                      </a:lnTo>
                      <a:lnTo>
                        <a:pt x="35108" y="117590"/>
                      </a:lnTo>
                      <a:lnTo>
                        <a:pt x="34685" y="116321"/>
                      </a:lnTo>
                      <a:lnTo>
                        <a:pt x="34262" y="115052"/>
                      </a:lnTo>
                      <a:lnTo>
                        <a:pt x="33839" y="113783"/>
                      </a:lnTo>
                      <a:lnTo>
                        <a:pt x="33416" y="112514"/>
                      </a:lnTo>
                      <a:lnTo>
                        <a:pt x="32570" y="111245"/>
                      </a:lnTo>
                      <a:lnTo>
                        <a:pt x="32570" y="110399"/>
                      </a:lnTo>
                      <a:lnTo>
                        <a:pt x="30878" y="107015"/>
                      </a:lnTo>
                      <a:lnTo>
                        <a:pt x="30032" y="106169"/>
                      </a:lnTo>
                      <a:lnTo>
                        <a:pt x="29186" y="104054"/>
                      </a:lnTo>
                      <a:lnTo>
                        <a:pt x="28340" y="102786"/>
                      </a:lnTo>
                      <a:lnTo>
                        <a:pt x="27494" y="101517"/>
                      </a:lnTo>
                      <a:lnTo>
                        <a:pt x="26225" y="99825"/>
                      </a:lnTo>
                      <a:lnTo>
                        <a:pt x="24533" y="97710"/>
                      </a:lnTo>
                      <a:lnTo>
                        <a:pt x="21572" y="94749"/>
                      </a:lnTo>
                      <a:lnTo>
                        <a:pt x="19034" y="91788"/>
                      </a:lnTo>
                      <a:lnTo>
                        <a:pt x="18188" y="90519"/>
                      </a:lnTo>
                      <a:lnTo>
                        <a:pt x="16919" y="88827"/>
                      </a:lnTo>
                      <a:lnTo>
                        <a:pt x="16073" y="87558"/>
                      </a:lnTo>
                      <a:lnTo>
                        <a:pt x="15227" y="86289"/>
                      </a:lnTo>
                      <a:lnTo>
                        <a:pt x="12267" y="80367"/>
                      </a:lnTo>
                      <a:lnTo>
                        <a:pt x="12267" y="79521"/>
                      </a:lnTo>
                      <a:lnTo>
                        <a:pt x="11421" y="78252"/>
                      </a:lnTo>
                      <a:lnTo>
                        <a:pt x="10998" y="76983"/>
                      </a:lnTo>
                      <a:lnTo>
                        <a:pt x="10575" y="75714"/>
                      </a:lnTo>
                      <a:lnTo>
                        <a:pt x="10152" y="74445"/>
                      </a:lnTo>
                      <a:lnTo>
                        <a:pt x="9729" y="73177"/>
                      </a:lnTo>
                      <a:lnTo>
                        <a:pt x="9306" y="71062"/>
                      </a:lnTo>
                      <a:lnTo>
                        <a:pt x="8883" y="68947"/>
                      </a:lnTo>
                      <a:lnTo>
                        <a:pt x="8460" y="65986"/>
                      </a:lnTo>
                      <a:lnTo>
                        <a:pt x="8460" y="54988"/>
                      </a:lnTo>
                      <a:lnTo>
                        <a:pt x="8883" y="52027"/>
                      </a:lnTo>
                      <a:lnTo>
                        <a:pt x="9306" y="49489"/>
                      </a:lnTo>
                      <a:lnTo>
                        <a:pt x="9729" y="47797"/>
                      </a:lnTo>
                      <a:lnTo>
                        <a:pt x="10152" y="46105"/>
                      </a:lnTo>
                      <a:lnTo>
                        <a:pt x="10575" y="44836"/>
                      </a:lnTo>
                      <a:lnTo>
                        <a:pt x="10998" y="43568"/>
                      </a:lnTo>
                      <a:lnTo>
                        <a:pt x="11421" y="42299"/>
                      </a:lnTo>
                      <a:lnTo>
                        <a:pt x="12267" y="41030"/>
                      </a:lnTo>
                      <a:lnTo>
                        <a:pt x="12267" y="40184"/>
                      </a:lnTo>
                      <a:lnTo>
                        <a:pt x="15227" y="34262"/>
                      </a:lnTo>
                      <a:lnTo>
                        <a:pt x="16073" y="33416"/>
                      </a:lnTo>
                      <a:lnTo>
                        <a:pt x="16496" y="32147"/>
                      </a:lnTo>
                      <a:lnTo>
                        <a:pt x="17342" y="30878"/>
                      </a:lnTo>
                      <a:lnTo>
                        <a:pt x="18611" y="29186"/>
                      </a:lnTo>
                      <a:lnTo>
                        <a:pt x="19880" y="27494"/>
                      </a:lnTo>
                      <a:lnTo>
                        <a:pt x="27494" y="19880"/>
                      </a:lnTo>
                      <a:lnTo>
                        <a:pt x="29186" y="18611"/>
                      </a:lnTo>
                      <a:lnTo>
                        <a:pt x="30455" y="17765"/>
                      </a:lnTo>
                      <a:lnTo>
                        <a:pt x="31724" y="16919"/>
                      </a:lnTo>
                      <a:lnTo>
                        <a:pt x="32993" y="16073"/>
                      </a:lnTo>
                      <a:lnTo>
                        <a:pt x="34262" y="15227"/>
                      </a:lnTo>
                      <a:lnTo>
                        <a:pt x="40184" y="12267"/>
                      </a:lnTo>
                      <a:lnTo>
                        <a:pt x="41030" y="12267"/>
                      </a:lnTo>
                      <a:lnTo>
                        <a:pt x="42299" y="11421"/>
                      </a:lnTo>
                      <a:lnTo>
                        <a:pt x="43568" y="10998"/>
                      </a:lnTo>
                      <a:lnTo>
                        <a:pt x="44836" y="10575"/>
                      </a:lnTo>
                      <a:lnTo>
                        <a:pt x="46528" y="10152"/>
                      </a:lnTo>
                      <a:lnTo>
                        <a:pt x="48220" y="9729"/>
                      </a:lnTo>
                      <a:lnTo>
                        <a:pt x="49912" y="9306"/>
                      </a:lnTo>
                      <a:lnTo>
                        <a:pt x="52450" y="888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1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19243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49942"/>
            <a:ext cx="242888" cy="242888"/>
          </a:xfrm>
          <a:prstGeom prst="ellipse">
            <a:avLst/>
          </a:prstGeom>
          <a:solidFill>
            <a:srgbClr val="0669D5"/>
          </a:solidFill>
          <a:ln/>
        </p:spPr>
        <p:txBody>
          <a:bodyPr anchor="ctr"/>
          <a:lstStyle/>
          <a:p>
            <a:endParaRPr lang="ko-KR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22" y="717807"/>
            <a:ext cx="121444" cy="1071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0113" y="694441"/>
            <a:ext cx="62837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사방넷 미니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571500" y="1278592"/>
            <a:ext cx="535781" cy="242888"/>
          </a:xfrm>
          <a:prstGeom prst="roundRect">
            <a:avLst/>
          </a:prstGeom>
          <a:solidFill>
            <a:srgbClr val="EAF6F8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57852" y="1352999"/>
            <a:ext cx="559127" cy="107722"/>
          </a:xfrm>
          <a:prstGeom prst="rect">
            <a:avLst/>
          </a:prstGeom>
          <a:noFill/>
          <a:ln/>
        </p:spPr>
        <p:txBody>
          <a:bodyPr wrap="none" lIns="153035" tIns="0" rIns="153035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669D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마무리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71500" y="1719496"/>
            <a:ext cx="2558714" cy="5983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4950" b="1" kern="0" spc="-5" dirty="0">
                <a:solidFill>
                  <a:srgbClr val="1E2A3A"/>
                </a:solidFill>
                <a:latin typeface="Noto Sans KR Black" pitchFamily="34" charset="0"/>
                <a:ea typeface="Noto Sans KR Black" pitchFamily="34" charset="-122"/>
              </a:rPr>
              <a:t>The end</a:t>
            </a:r>
            <a:endParaRPr lang="en-US" sz="4950" dirty="0"/>
          </a:p>
        </p:txBody>
      </p:sp>
      <p:sp>
        <p:nvSpPr>
          <p:cNvPr id="9" name="Text 5"/>
          <p:cNvSpPr/>
          <p:nvPr/>
        </p:nvSpPr>
        <p:spPr>
          <a:xfrm>
            <a:off x="571500" y="2630288"/>
            <a:ext cx="4286250" cy="44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1300" b="1" kern="0" spc="-1" dirty="0">
                <a:solidFill>
                  <a:srgbClr val="1E2A3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첫 판매 경험을 더 쉽고 안전하게 만드는
가격 설정 개선안입니다.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71500" y="3360060"/>
            <a:ext cx="594715" cy="1630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5A66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감사합니다.</a:t>
            </a:r>
            <a:endParaRPr lang="en-US" sz="95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EA0A189-114F-C583-479B-E8BB994C349B}"/>
              </a:ext>
            </a:extLst>
          </p:cNvPr>
          <p:cNvGrpSpPr/>
          <p:nvPr/>
        </p:nvGrpSpPr>
        <p:grpSpPr>
          <a:xfrm>
            <a:off x="5429221" y="892830"/>
            <a:ext cx="3000375" cy="2880047"/>
            <a:chOff x="5429250" y="1128712"/>
            <a:chExt cx="3000375" cy="2880047"/>
          </a:xfrm>
        </p:grpSpPr>
        <p:sp>
          <p:nvSpPr>
            <p:cNvPr id="20" name="Shape 15"/>
            <p:cNvSpPr/>
            <p:nvPr/>
          </p:nvSpPr>
          <p:spPr>
            <a:xfrm>
              <a:off x="5429250" y="1128712"/>
              <a:ext cx="3000375" cy="2880047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D8EEF3"/>
              </a:solidFill>
              <a:prstDash val="solid"/>
            </a:ln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21" name="Shape 16"/>
            <p:cNvSpPr/>
            <p:nvPr/>
          </p:nvSpPr>
          <p:spPr>
            <a:xfrm>
              <a:off x="5672138" y="1371600"/>
              <a:ext cx="1219795" cy="214313"/>
            </a:xfrm>
            <a:prstGeom prst="roundRect">
              <a:avLst/>
            </a:prstGeom>
            <a:solidFill>
              <a:srgbClr val="EAF6F8"/>
            </a:solidFill>
            <a:ln/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22" name="Text 17"/>
            <p:cNvSpPr/>
            <p:nvPr/>
          </p:nvSpPr>
          <p:spPr>
            <a:xfrm>
              <a:off x="5672138" y="1428743"/>
              <a:ext cx="1152688" cy="100027"/>
            </a:xfrm>
            <a:prstGeom prst="rect">
              <a:avLst/>
            </a:prstGeom>
            <a:noFill/>
            <a:ln/>
          </p:spPr>
          <p:txBody>
            <a:bodyPr wrap="none" lIns="119126" tIns="0" rIns="119126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0669D5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PROPOSAL SUMMARY</a:t>
              </a:r>
              <a:endParaRPr lang="en-US" sz="65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5672138" y="1850903"/>
              <a:ext cx="2514600" cy="7204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02400"/>
                </a:lnSpc>
                <a:buNone/>
              </a:pPr>
              <a:r>
                <a:rPr lang="en-US" sz="1550" b="1" kern="0" spc="-1" dirty="0">
                  <a:solidFill>
                    <a:srgbClr val="1E2A3A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가격 설정 부담을
사방넷 미니 안에서
끝내는 경험</a:t>
              </a:r>
              <a:endParaRPr lang="en-US" sz="1550" dirty="0"/>
            </a:p>
          </p:txBody>
        </p:sp>
        <p:sp>
          <p:nvSpPr>
            <p:cNvPr id="24" name="Text 19"/>
            <p:cNvSpPr/>
            <p:nvPr/>
          </p:nvSpPr>
          <p:spPr>
            <a:xfrm>
              <a:off x="5672138" y="2814559"/>
              <a:ext cx="2514600" cy="312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24000"/>
                </a:lnSpc>
                <a:buNone/>
              </a:pPr>
              <a:r>
                <a:rPr lang="ko-KR" altLang="en-US" sz="8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판매</a:t>
              </a:r>
              <a:r>
                <a:rPr lang="en-US" sz="850" dirty="0">
                  <a:solidFill>
                    <a:srgbClr val="5A667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 입력부터 마켓별 판매가 계산과 전송까지 한 흐름으로 연결합니다.</a:t>
              </a:r>
              <a:endParaRPr lang="en-US" sz="850" dirty="0"/>
            </a:p>
          </p:txBody>
        </p:sp>
        <p:sp>
          <p:nvSpPr>
            <p:cNvPr id="25" name="Shape 20"/>
            <p:cNvSpPr/>
            <p:nvPr/>
          </p:nvSpPr>
          <p:spPr>
            <a:xfrm>
              <a:off x="5672138" y="3347796"/>
              <a:ext cx="723891" cy="328613"/>
            </a:xfrm>
            <a:prstGeom prst="roundRect">
              <a:avLst/>
            </a:prstGeom>
            <a:solidFill>
              <a:srgbClr val="F4FBFC"/>
            </a:solidFill>
            <a:ln w="9144">
              <a:solidFill>
                <a:srgbClr val="D8EEF3"/>
              </a:solidFill>
              <a:prstDash val="solid"/>
            </a:ln>
          </p:spPr>
          <p:txBody>
            <a:bodyPr anchor="ctr"/>
            <a:lstStyle/>
            <a:p>
              <a:endParaRPr lang="ko-KR" altLang="en-US"/>
            </a:p>
          </p:txBody>
        </p:sp>
        <p:pic>
          <p:nvPicPr>
            <p:cNvPr id="26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5310" y="3451380"/>
              <a:ext cx="137517" cy="121444"/>
            </a:xfrm>
            <a:prstGeom prst="rect">
              <a:avLst/>
            </a:prstGeom>
          </p:spPr>
        </p:pic>
        <p:sp>
          <p:nvSpPr>
            <p:cNvPr id="27" name="Text 21"/>
            <p:cNvSpPr/>
            <p:nvPr/>
          </p:nvSpPr>
          <p:spPr>
            <a:xfrm>
              <a:off x="6460112" y="3435158"/>
              <a:ext cx="43282" cy="153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669D5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›</a:t>
              </a:r>
              <a:endParaRPr lang="en-US" sz="1000" dirty="0"/>
            </a:p>
          </p:txBody>
        </p:sp>
        <p:sp>
          <p:nvSpPr>
            <p:cNvPr id="28" name="Shape 22"/>
            <p:cNvSpPr/>
            <p:nvPr/>
          </p:nvSpPr>
          <p:spPr>
            <a:xfrm>
              <a:off x="6567478" y="3347796"/>
              <a:ext cx="723891" cy="328613"/>
            </a:xfrm>
            <a:prstGeom prst="roundRect">
              <a:avLst/>
            </a:prstGeom>
            <a:solidFill>
              <a:srgbClr val="F4FBFC"/>
            </a:solidFill>
            <a:ln w="9144">
              <a:solidFill>
                <a:srgbClr val="D8EEF3"/>
              </a:solidFill>
              <a:prstDash val="solid"/>
            </a:ln>
          </p:spPr>
          <p:txBody>
            <a:bodyPr anchor="ctr"/>
            <a:lstStyle/>
            <a:p>
              <a:endParaRPr lang="ko-KR" altLang="en-US"/>
            </a:p>
          </p:txBody>
        </p:sp>
        <p:pic>
          <p:nvPicPr>
            <p:cNvPr id="29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83868" y="3451380"/>
              <a:ext cx="91083" cy="121444"/>
            </a:xfrm>
            <a:prstGeom prst="rect">
              <a:avLst/>
            </a:prstGeom>
          </p:spPr>
        </p:pic>
        <p:sp>
          <p:nvSpPr>
            <p:cNvPr id="30" name="Text 23"/>
            <p:cNvSpPr/>
            <p:nvPr/>
          </p:nvSpPr>
          <p:spPr>
            <a:xfrm>
              <a:off x="7355453" y="3435158"/>
              <a:ext cx="43282" cy="153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669D5"/>
                  </a:solidFill>
                  <a:latin typeface="Noto Sans KR Black" pitchFamily="34" charset="0"/>
                  <a:ea typeface="Noto Sans KR Black" pitchFamily="34" charset="-122"/>
                  <a:cs typeface="Noto Sans KR Black" pitchFamily="34" charset="-120"/>
                </a:rPr>
                <a:t>›</a:t>
              </a:r>
              <a:endParaRPr lang="en-US" sz="1000" dirty="0"/>
            </a:p>
          </p:txBody>
        </p:sp>
        <p:sp>
          <p:nvSpPr>
            <p:cNvPr id="31" name="Shape 24"/>
            <p:cNvSpPr/>
            <p:nvPr/>
          </p:nvSpPr>
          <p:spPr>
            <a:xfrm>
              <a:off x="7462819" y="3347796"/>
              <a:ext cx="723919" cy="328613"/>
            </a:xfrm>
            <a:prstGeom prst="roundRect">
              <a:avLst/>
            </a:prstGeom>
            <a:solidFill>
              <a:srgbClr val="F4FBFC"/>
            </a:solidFill>
            <a:ln w="9144">
              <a:solidFill>
                <a:srgbClr val="D8EEF3"/>
              </a:solidFill>
              <a:prstDash val="solid"/>
            </a:ln>
          </p:spPr>
          <p:txBody>
            <a:bodyPr anchor="ctr"/>
            <a:lstStyle/>
            <a:p>
              <a:endParaRPr lang="ko-KR" altLang="en-US"/>
            </a:p>
          </p:txBody>
        </p:sp>
        <p:pic>
          <p:nvPicPr>
            <p:cNvPr id="32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64056" y="3451380"/>
              <a:ext cx="121444" cy="1214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D73228-E3A7-4CC0-B6D7-45A7B1ED3DC7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6645a4b6-83f8-4179-93a6-6d3e5bb5eed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1083</Words>
  <Application>Microsoft Office PowerPoint</Application>
  <PresentationFormat>화면 슬라이드 쇼(16:9)</PresentationFormat>
  <Paragraphs>244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Noto Sans KR</vt:lpstr>
      <vt:lpstr>Noto Sans KR Black</vt:lpstr>
      <vt:lpstr>Noto Sans KR Bold</vt:lpstr>
      <vt:lpstr>Noto Sans KR ExtraBold</vt:lpstr>
      <vt:lpstr>Noto Sans KR Medium</vt:lpstr>
      <vt:lpstr>Arial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박병규</cp:lastModifiedBy>
  <cp:revision>209</cp:revision>
  <dcterms:created xsi:type="dcterms:W3CDTF">2026-06-06T05:54:08Z</dcterms:created>
  <dcterms:modified xsi:type="dcterms:W3CDTF">2026-06-11T01:09:11Z</dcterms:modified>
</cp:coreProperties>
</file>